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2" r:id="rId1"/>
    <p:sldMasterId id="2147483684" r:id="rId2"/>
  </p:sldMasterIdLst>
  <p:notesMasterIdLst>
    <p:notesMasterId r:id="rId22"/>
  </p:notesMasterIdLst>
  <p:handoutMasterIdLst>
    <p:handoutMasterId r:id="rId23"/>
  </p:handoutMasterIdLst>
  <p:sldIdLst>
    <p:sldId id="266" r:id="rId3"/>
    <p:sldId id="308" r:id="rId4"/>
    <p:sldId id="269" r:id="rId5"/>
    <p:sldId id="330" r:id="rId6"/>
    <p:sldId id="329" r:id="rId7"/>
    <p:sldId id="331" r:id="rId8"/>
    <p:sldId id="332" r:id="rId9"/>
    <p:sldId id="333" r:id="rId10"/>
    <p:sldId id="342" r:id="rId11"/>
    <p:sldId id="341" r:id="rId12"/>
    <p:sldId id="339" r:id="rId13"/>
    <p:sldId id="340" r:id="rId14"/>
    <p:sldId id="334" r:id="rId15"/>
    <p:sldId id="337" r:id="rId16"/>
    <p:sldId id="335" r:id="rId17"/>
    <p:sldId id="336" r:id="rId18"/>
    <p:sldId id="279" r:id="rId19"/>
    <p:sldId id="270" r:id="rId20"/>
    <p:sldId id="328" r:id="rId21"/>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ROHITH G" initials=""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FF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4660"/>
  </p:normalViewPr>
  <p:slideViewPr>
    <p:cSldViewPr snapToGrid="0">
      <p:cViewPr varScale="1">
        <p:scale>
          <a:sx n="81" d="100"/>
          <a:sy n="81" d="100"/>
        </p:scale>
        <p:origin x="1483" y="53"/>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viewProps" Target="viewProp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commentAuthors" Target="commentAuthor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handoutMaster" Target="handoutMasters/handoutMaster1.xml"/><Relationship Id="rId28"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notesMaster" Target="notesMasters/notesMaster1.xml"/><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4BA927C-BDFF-B9BD-CEA6-8184167515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a:extLst>
              <a:ext uri="{FF2B5EF4-FFF2-40B4-BE49-F238E27FC236}">
                <a16:creationId xmlns:a16="http://schemas.microsoft.com/office/drawing/2014/main" id="{18A23EDE-CE3B-2C2E-E4E8-7CA7CB962EB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7B9B9F5-DD3D-4DFB-9C39-75E92BE3DE1A}" type="datetimeFigureOut">
              <a:rPr lang="en-IN" smtClean="0"/>
              <a:t>02-01-2026</a:t>
            </a:fld>
            <a:endParaRPr lang="en-IN"/>
          </a:p>
        </p:txBody>
      </p:sp>
      <p:sp>
        <p:nvSpPr>
          <p:cNvPr id="4" name="Footer Placeholder 3">
            <a:extLst>
              <a:ext uri="{FF2B5EF4-FFF2-40B4-BE49-F238E27FC236}">
                <a16:creationId xmlns:a16="http://schemas.microsoft.com/office/drawing/2014/main" id="{48C37E6D-8AA3-78D9-A928-A2A7BDBD18F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a:extLst>
              <a:ext uri="{FF2B5EF4-FFF2-40B4-BE49-F238E27FC236}">
                <a16:creationId xmlns:a16="http://schemas.microsoft.com/office/drawing/2014/main" id="{BDC43893-92DA-196D-9F38-5AA509917E2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EA9D96A-A6F6-4A7A-BDC9-4B71E96DAAA4}" type="slidenum">
              <a:rPr lang="en-IN" smtClean="0"/>
              <a:t>‹#›</a:t>
            </a:fld>
            <a:endParaRPr lang="en-IN"/>
          </a:p>
        </p:txBody>
      </p:sp>
    </p:spTree>
    <p:extLst>
      <p:ext uri="{BB962C8B-B14F-4D97-AF65-F5344CB8AC3E}">
        <p14:creationId xmlns:p14="http://schemas.microsoft.com/office/powerpoint/2010/main" val="35170875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D83799F-A401-B333-1070-5F9E25CEC5A9}"/>
              </a:ext>
            </a:extLst>
          </p:cNvPr>
          <p:cNvSpPr>
            <a:spLocks noGrp="1"/>
          </p:cNvSpPr>
          <p:nvPr>
            <p:ph type="hdr" sz="quarter"/>
          </p:nvPr>
        </p:nvSpPr>
        <p:spPr>
          <a:xfrm>
            <a:off x="0" y="0"/>
            <a:ext cx="2971800" cy="457200"/>
          </a:xfrm>
          <a:prstGeom prst="rect">
            <a:avLst/>
          </a:prstGeom>
        </p:spPr>
        <p:txBody>
          <a:bodyPr vert="horz" lIns="91440" tIns="45720" rIns="91440" bIns="45720" rtlCol="0"/>
          <a:lstStyle>
            <a:lvl1pPr algn="l" eaLnBrk="1" fontAlgn="auto" hangingPunct="1">
              <a:spcBef>
                <a:spcPts val="0"/>
              </a:spcBef>
              <a:spcAft>
                <a:spcPts val="0"/>
              </a:spcAft>
              <a:defRPr sz="1200">
                <a:latin typeface="+mn-lt"/>
                <a:cs typeface="+mn-cs"/>
              </a:defRPr>
            </a:lvl1pPr>
          </a:lstStyle>
          <a:p>
            <a:pPr>
              <a:defRPr/>
            </a:pPr>
            <a:endParaRPr lang="en-IN"/>
          </a:p>
        </p:txBody>
      </p:sp>
      <p:sp>
        <p:nvSpPr>
          <p:cNvPr id="3" name="Date Placeholder 2">
            <a:extLst>
              <a:ext uri="{FF2B5EF4-FFF2-40B4-BE49-F238E27FC236}">
                <a16:creationId xmlns:a16="http://schemas.microsoft.com/office/drawing/2014/main" id="{A3BC2F2B-9EF3-10AC-AE85-2E1CB983067D}"/>
              </a:ext>
            </a:extLst>
          </p:cNvPr>
          <p:cNvSpPr>
            <a:spLocks noGrp="1"/>
          </p:cNvSpPr>
          <p:nvPr>
            <p:ph type="dt" idx="1"/>
          </p:nvPr>
        </p:nvSpPr>
        <p:spPr>
          <a:xfrm>
            <a:off x="3884613" y="0"/>
            <a:ext cx="2971800" cy="457200"/>
          </a:xfrm>
          <a:prstGeom prst="rect">
            <a:avLst/>
          </a:prstGeom>
        </p:spPr>
        <p:txBody>
          <a:bodyPr vert="horz" lIns="91440" tIns="45720" rIns="91440" bIns="45720" rtlCol="0"/>
          <a:lstStyle>
            <a:lvl1pPr algn="r" eaLnBrk="1" fontAlgn="auto" hangingPunct="1">
              <a:spcBef>
                <a:spcPts val="0"/>
              </a:spcBef>
              <a:spcAft>
                <a:spcPts val="0"/>
              </a:spcAft>
              <a:defRPr sz="1200">
                <a:latin typeface="+mn-lt"/>
                <a:cs typeface="+mn-cs"/>
              </a:defRPr>
            </a:lvl1pPr>
          </a:lstStyle>
          <a:p>
            <a:pPr>
              <a:defRPr/>
            </a:pPr>
            <a:fld id="{60910EAA-5B83-4621-AD32-149DC4D0C038}" type="datetimeFigureOut">
              <a:rPr lang="en-IN"/>
              <a:pPr>
                <a:defRPr/>
              </a:pPr>
              <a:t>02-01-2026</a:t>
            </a:fld>
            <a:endParaRPr lang="en-IN"/>
          </a:p>
        </p:txBody>
      </p:sp>
      <p:sp>
        <p:nvSpPr>
          <p:cNvPr id="4" name="Slide Image Placeholder 3">
            <a:extLst>
              <a:ext uri="{FF2B5EF4-FFF2-40B4-BE49-F238E27FC236}">
                <a16:creationId xmlns:a16="http://schemas.microsoft.com/office/drawing/2014/main" id="{5551F96C-82A4-1158-312A-BA69611F84F8}"/>
              </a:ext>
            </a:extLst>
          </p:cNvPr>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IN" noProof="0"/>
          </a:p>
        </p:txBody>
      </p:sp>
      <p:sp>
        <p:nvSpPr>
          <p:cNvPr id="5" name="Notes Placeholder 4">
            <a:extLst>
              <a:ext uri="{FF2B5EF4-FFF2-40B4-BE49-F238E27FC236}">
                <a16:creationId xmlns:a16="http://schemas.microsoft.com/office/drawing/2014/main" id="{E858FBB2-022E-B71A-2860-26D4207CD747}"/>
              </a:ext>
            </a:extLst>
          </p:cNvPr>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IN" noProof="0"/>
          </a:p>
        </p:txBody>
      </p:sp>
      <p:sp>
        <p:nvSpPr>
          <p:cNvPr id="6" name="Footer Placeholder 5">
            <a:extLst>
              <a:ext uri="{FF2B5EF4-FFF2-40B4-BE49-F238E27FC236}">
                <a16:creationId xmlns:a16="http://schemas.microsoft.com/office/drawing/2014/main" id="{7CE761C3-2B3A-A7D5-9ACE-00FAFE9B5F4A}"/>
              </a:ext>
            </a:extLst>
          </p:cNvPr>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cs typeface="+mn-cs"/>
              </a:defRPr>
            </a:lvl1pPr>
          </a:lstStyle>
          <a:p>
            <a:pPr>
              <a:defRPr/>
            </a:pPr>
            <a:endParaRPr lang="en-IN"/>
          </a:p>
        </p:txBody>
      </p:sp>
      <p:sp>
        <p:nvSpPr>
          <p:cNvPr id="7" name="Slide Number Placeholder 6">
            <a:extLst>
              <a:ext uri="{FF2B5EF4-FFF2-40B4-BE49-F238E27FC236}">
                <a16:creationId xmlns:a16="http://schemas.microsoft.com/office/drawing/2014/main" id="{40706DE5-16C0-DF26-CF72-201C5251BB4C}"/>
              </a:ext>
            </a:extLst>
          </p:cNvPr>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E43DB527-DD14-4A7D-94AB-95EBCF6B24A2}" type="slidenum">
              <a:rPr lang="en-IN" altLang="en-US"/>
              <a:pPr>
                <a:defRPr/>
              </a:pPr>
              <a:t>‹#›</a:t>
            </a:fld>
            <a:endParaRPr lang="en-IN"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94B3C7-439C-558A-E155-F7F268C1B9B2}"/>
            </a:ext>
          </a:extLst>
        </p:cNvPr>
        <p:cNvGrpSpPr/>
        <p:nvPr/>
      </p:nvGrpSpPr>
      <p:grpSpPr>
        <a:xfrm>
          <a:off x="0" y="0"/>
          <a:ext cx="0" cy="0"/>
          <a:chOff x="0" y="0"/>
          <a:chExt cx="0" cy="0"/>
        </a:xfrm>
      </p:grpSpPr>
      <p:sp>
        <p:nvSpPr>
          <p:cNvPr id="32770" name="Slide Image Placeholder 1">
            <a:extLst>
              <a:ext uri="{FF2B5EF4-FFF2-40B4-BE49-F238E27FC236}">
                <a16:creationId xmlns:a16="http://schemas.microsoft.com/office/drawing/2014/main" id="{CE18374C-5B8C-8F3D-5D90-09C015A33AB1}"/>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Notes Placeholder 2">
            <a:extLst>
              <a:ext uri="{FF2B5EF4-FFF2-40B4-BE49-F238E27FC236}">
                <a16:creationId xmlns:a16="http://schemas.microsoft.com/office/drawing/2014/main" id="{025B0C10-0E4C-BE33-DA9C-C9EF804AF33C}"/>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IN" altLang="en-US"/>
          </a:p>
        </p:txBody>
      </p:sp>
      <p:sp>
        <p:nvSpPr>
          <p:cNvPr id="32772" name="Slide Number Placeholder 3">
            <a:extLst>
              <a:ext uri="{FF2B5EF4-FFF2-40B4-BE49-F238E27FC236}">
                <a16:creationId xmlns:a16="http://schemas.microsoft.com/office/drawing/2014/main" id="{57C3511A-71ED-B8C4-DD82-C31099003BA8}"/>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fld id="{3E94347C-AB4D-4B55-BCDD-6590DB0CCF99}" type="slidenum">
              <a:rPr lang="en-IN" altLang="en-US" smtClean="0"/>
              <a:pPr/>
              <a:t>4</a:t>
            </a:fld>
            <a:endParaRPr lang="en-IN" altLang="en-US"/>
          </a:p>
        </p:txBody>
      </p:sp>
    </p:spTree>
    <p:extLst>
      <p:ext uri="{BB962C8B-B14F-4D97-AF65-F5344CB8AC3E}">
        <p14:creationId xmlns:p14="http://schemas.microsoft.com/office/powerpoint/2010/main" val="343331023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2AA76D-A5B5-E503-0DA8-65DECA04EAC2}"/>
            </a:ext>
          </a:extLst>
        </p:cNvPr>
        <p:cNvGrpSpPr/>
        <p:nvPr/>
      </p:nvGrpSpPr>
      <p:grpSpPr>
        <a:xfrm>
          <a:off x="0" y="0"/>
          <a:ext cx="0" cy="0"/>
          <a:chOff x="0" y="0"/>
          <a:chExt cx="0" cy="0"/>
        </a:xfrm>
      </p:grpSpPr>
      <p:sp>
        <p:nvSpPr>
          <p:cNvPr id="32770" name="Slide Image Placeholder 1">
            <a:extLst>
              <a:ext uri="{FF2B5EF4-FFF2-40B4-BE49-F238E27FC236}">
                <a16:creationId xmlns:a16="http://schemas.microsoft.com/office/drawing/2014/main" id="{79DD9E67-B82D-2335-4809-79D561BBB62D}"/>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Notes Placeholder 2">
            <a:extLst>
              <a:ext uri="{FF2B5EF4-FFF2-40B4-BE49-F238E27FC236}">
                <a16:creationId xmlns:a16="http://schemas.microsoft.com/office/drawing/2014/main" id="{0C3388AB-9894-CE24-E0EE-AD0520C0C162}"/>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IN" altLang="en-US"/>
          </a:p>
        </p:txBody>
      </p:sp>
      <p:sp>
        <p:nvSpPr>
          <p:cNvPr id="32772" name="Slide Number Placeholder 3">
            <a:extLst>
              <a:ext uri="{FF2B5EF4-FFF2-40B4-BE49-F238E27FC236}">
                <a16:creationId xmlns:a16="http://schemas.microsoft.com/office/drawing/2014/main" id="{193DC6D1-7BE3-D936-6735-9DAFB23708CC}"/>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fld id="{3E94347C-AB4D-4B55-BCDD-6590DB0CCF99}" type="slidenum">
              <a:rPr lang="en-IN" altLang="en-US" smtClean="0"/>
              <a:pPr/>
              <a:t>5</a:t>
            </a:fld>
            <a:endParaRPr lang="en-IN" altLang="en-US"/>
          </a:p>
        </p:txBody>
      </p:sp>
    </p:spTree>
    <p:extLst>
      <p:ext uri="{BB962C8B-B14F-4D97-AF65-F5344CB8AC3E}">
        <p14:creationId xmlns:p14="http://schemas.microsoft.com/office/powerpoint/2010/main" val="229381360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C61609-8AA8-841D-4FFB-3138915BA840}"/>
            </a:ext>
          </a:extLst>
        </p:cNvPr>
        <p:cNvGrpSpPr/>
        <p:nvPr/>
      </p:nvGrpSpPr>
      <p:grpSpPr>
        <a:xfrm>
          <a:off x="0" y="0"/>
          <a:ext cx="0" cy="0"/>
          <a:chOff x="0" y="0"/>
          <a:chExt cx="0" cy="0"/>
        </a:xfrm>
      </p:grpSpPr>
      <p:sp>
        <p:nvSpPr>
          <p:cNvPr id="32770" name="Slide Image Placeholder 1">
            <a:extLst>
              <a:ext uri="{FF2B5EF4-FFF2-40B4-BE49-F238E27FC236}">
                <a16:creationId xmlns:a16="http://schemas.microsoft.com/office/drawing/2014/main" id="{B8E249B4-74C3-AF15-50C7-FF1650D1752A}"/>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Notes Placeholder 2">
            <a:extLst>
              <a:ext uri="{FF2B5EF4-FFF2-40B4-BE49-F238E27FC236}">
                <a16:creationId xmlns:a16="http://schemas.microsoft.com/office/drawing/2014/main" id="{54B5B808-9F73-7FE2-3E43-C0CF8DD54F24}"/>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IN" altLang="en-US"/>
          </a:p>
        </p:txBody>
      </p:sp>
      <p:sp>
        <p:nvSpPr>
          <p:cNvPr id="32772" name="Slide Number Placeholder 3">
            <a:extLst>
              <a:ext uri="{FF2B5EF4-FFF2-40B4-BE49-F238E27FC236}">
                <a16:creationId xmlns:a16="http://schemas.microsoft.com/office/drawing/2014/main" id="{8F8F4929-AF0A-58AA-2F38-0DEAD1DDE643}"/>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fld id="{3E94347C-AB4D-4B55-BCDD-6590DB0CCF99}" type="slidenum">
              <a:rPr lang="en-IN" altLang="en-US" smtClean="0"/>
              <a:pPr/>
              <a:t>6</a:t>
            </a:fld>
            <a:endParaRPr lang="en-IN" altLang="en-US"/>
          </a:p>
        </p:txBody>
      </p:sp>
    </p:spTree>
    <p:extLst>
      <p:ext uri="{BB962C8B-B14F-4D97-AF65-F5344CB8AC3E}">
        <p14:creationId xmlns:p14="http://schemas.microsoft.com/office/powerpoint/2010/main" val="36528034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00F1F3-76CC-426D-5B17-0B0EF3A6B7ED}"/>
            </a:ext>
          </a:extLst>
        </p:cNvPr>
        <p:cNvGrpSpPr/>
        <p:nvPr/>
      </p:nvGrpSpPr>
      <p:grpSpPr>
        <a:xfrm>
          <a:off x="0" y="0"/>
          <a:ext cx="0" cy="0"/>
          <a:chOff x="0" y="0"/>
          <a:chExt cx="0" cy="0"/>
        </a:xfrm>
      </p:grpSpPr>
      <p:sp>
        <p:nvSpPr>
          <p:cNvPr id="32770" name="Slide Image Placeholder 1">
            <a:extLst>
              <a:ext uri="{FF2B5EF4-FFF2-40B4-BE49-F238E27FC236}">
                <a16:creationId xmlns:a16="http://schemas.microsoft.com/office/drawing/2014/main" id="{2BAA5924-865A-4EE7-9997-40986C629BD1}"/>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Notes Placeholder 2">
            <a:extLst>
              <a:ext uri="{FF2B5EF4-FFF2-40B4-BE49-F238E27FC236}">
                <a16:creationId xmlns:a16="http://schemas.microsoft.com/office/drawing/2014/main" id="{E9BAC791-7FA4-D7F2-78A5-04147833F93B}"/>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IN" altLang="en-US"/>
          </a:p>
        </p:txBody>
      </p:sp>
      <p:sp>
        <p:nvSpPr>
          <p:cNvPr id="32772" name="Slide Number Placeholder 3">
            <a:extLst>
              <a:ext uri="{FF2B5EF4-FFF2-40B4-BE49-F238E27FC236}">
                <a16:creationId xmlns:a16="http://schemas.microsoft.com/office/drawing/2014/main" id="{1EB9B44A-6FF6-CF21-6286-EED273DD460D}"/>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fld id="{3E94347C-AB4D-4B55-BCDD-6590DB0CCF99}" type="slidenum">
              <a:rPr lang="en-IN" altLang="en-US" smtClean="0"/>
              <a:pPr/>
              <a:t>7</a:t>
            </a:fld>
            <a:endParaRPr lang="en-IN" altLang="en-US"/>
          </a:p>
        </p:txBody>
      </p:sp>
    </p:spTree>
    <p:extLst>
      <p:ext uri="{BB962C8B-B14F-4D97-AF65-F5344CB8AC3E}">
        <p14:creationId xmlns:p14="http://schemas.microsoft.com/office/powerpoint/2010/main" val="266567331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14E2E4-39AC-DDB8-F4C5-A68446B3A918}"/>
            </a:ext>
          </a:extLst>
        </p:cNvPr>
        <p:cNvGrpSpPr/>
        <p:nvPr/>
      </p:nvGrpSpPr>
      <p:grpSpPr>
        <a:xfrm>
          <a:off x="0" y="0"/>
          <a:ext cx="0" cy="0"/>
          <a:chOff x="0" y="0"/>
          <a:chExt cx="0" cy="0"/>
        </a:xfrm>
      </p:grpSpPr>
      <p:sp>
        <p:nvSpPr>
          <p:cNvPr id="32770" name="Slide Image Placeholder 1">
            <a:extLst>
              <a:ext uri="{FF2B5EF4-FFF2-40B4-BE49-F238E27FC236}">
                <a16:creationId xmlns:a16="http://schemas.microsoft.com/office/drawing/2014/main" id="{C2725639-234C-DF93-85FC-90D4EB82DDC6}"/>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Notes Placeholder 2">
            <a:extLst>
              <a:ext uri="{FF2B5EF4-FFF2-40B4-BE49-F238E27FC236}">
                <a16:creationId xmlns:a16="http://schemas.microsoft.com/office/drawing/2014/main" id="{95EF0180-F296-8197-35AD-374849AA3E6C}"/>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IN" altLang="en-US"/>
          </a:p>
        </p:txBody>
      </p:sp>
      <p:sp>
        <p:nvSpPr>
          <p:cNvPr id="32772" name="Slide Number Placeholder 3">
            <a:extLst>
              <a:ext uri="{FF2B5EF4-FFF2-40B4-BE49-F238E27FC236}">
                <a16:creationId xmlns:a16="http://schemas.microsoft.com/office/drawing/2014/main" id="{4004701A-277E-C009-051B-A43A0A11D242}"/>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fld id="{3E94347C-AB4D-4B55-BCDD-6590DB0CCF99}" type="slidenum">
              <a:rPr lang="en-IN" altLang="en-US" smtClean="0"/>
              <a:pPr/>
              <a:t>8</a:t>
            </a:fld>
            <a:endParaRPr lang="en-IN" altLang="en-US"/>
          </a:p>
        </p:txBody>
      </p:sp>
    </p:spTree>
    <p:extLst>
      <p:ext uri="{BB962C8B-B14F-4D97-AF65-F5344CB8AC3E}">
        <p14:creationId xmlns:p14="http://schemas.microsoft.com/office/powerpoint/2010/main" val="415590766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49801C-BC6B-2F5F-3E8C-A78ABA28B547}"/>
            </a:ext>
          </a:extLst>
        </p:cNvPr>
        <p:cNvGrpSpPr/>
        <p:nvPr/>
      </p:nvGrpSpPr>
      <p:grpSpPr>
        <a:xfrm>
          <a:off x="0" y="0"/>
          <a:ext cx="0" cy="0"/>
          <a:chOff x="0" y="0"/>
          <a:chExt cx="0" cy="0"/>
        </a:xfrm>
      </p:grpSpPr>
      <p:sp>
        <p:nvSpPr>
          <p:cNvPr id="32770" name="Slide Image Placeholder 1">
            <a:extLst>
              <a:ext uri="{FF2B5EF4-FFF2-40B4-BE49-F238E27FC236}">
                <a16:creationId xmlns:a16="http://schemas.microsoft.com/office/drawing/2014/main" id="{6FCF595C-E9D7-DB2F-0EE8-2AF5035E4066}"/>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Notes Placeholder 2">
            <a:extLst>
              <a:ext uri="{FF2B5EF4-FFF2-40B4-BE49-F238E27FC236}">
                <a16:creationId xmlns:a16="http://schemas.microsoft.com/office/drawing/2014/main" id="{0699B424-1625-3482-C0EE-661E58F2E67A}"/>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IN" altLang="en-US"/>
          </a:p>
        </p:txBody>
      </p:sp>
      <p:sp>
        <p:nvSpPr>
          <p:cNvPr id="32772" name="Slide Number Placeholder 3">
            <a:extLst>
              <a:ext uri="{FF2B5EF4-FFF2-40B4-BE49-F238E27FC236}">
                <a16:creationId xmlns:a16="http://schemas.microsoft.com/office/drawing/2014/main" id="{D81A4894-8417-60EF-F60E-7CDEB2CCF6FC}"/>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fld id="{3E94347C-AB4D-4B55-BCDD-6590DB0CCF99}" type="slidenum">
              <a:rPr lang="en-IN" altLang="en-US" smtClean="0"/>
              <a:pPr/>
              <a:t>9</a:t>
            </a:fld>
            <a:endParaRPr lang="en-IN" altLang="en-US"/>
          </a:p>
        </p:txBody>
      </p:sp>
    </p:spTree>
    <p:extLst>
      <p:ext uri="{BB962C8B-B14F-4D97-AF65-F5344CB8AC3E}">
        <p14:creationId xmlns:p14="http://schemas.microsoft.com/office/powerpoint/2010/main" val="392409639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B3A549-0B17-BC7B-500E-04353A7A84A7}"/>
            </a:ext>
          </a:extLst>
        </p:cNvPr>
        <p:cNvGrpSpPr/>
        <p:nvPr/>
      </p:nvGrpSpPr>
      <p:grpSpPr>
        <a:xfrm>
          <a:off x="0" y="0"/>
          <a:ext cx="0" cy="0"/>
          <a:chOff x="0" y="0"/>
          <a:chExt cx="0" cy="0"/>
        </a:xfrm>
      </p:grpSpPr>
      <p:sp>
        <p:nvSpPr>
          <p:cNvPr id="32770" name="Slide Image Placeholder 1">
            <a:extLst>
              <a:ext uri="{FF2B5EF4-FFF2-40B4-BE49-F238E27FC236}">
                <a16:creationId xmlns:a16="http://schemas.microsoft.com/office/drawing/2014/main" id="{0865FE16-7E01-18F1-3D7A-9BE57F73D05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Notes Placeholder 2">
            <a:extLst>
              <a:ext uri="{FF2B5EF4-FFF2-40B4-BE49-F238E27FC236}">
                <a16:creationId xmlns:a16="http://schemas.microsoft.com/office/drawing/2014/main" id="{080A20C3-7558-7357-A1E6-1E3939826EF1}"/>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IN" altLang="en-US"/>
          </a:p>
        </p:txBody>
      </p:sp>
      <p:sp>
        <p:nvSpPr>
          <p:cNvPr id="32772" name="Slide Number Placeholder 3">
            <a:extLst>
              <a:ext uri="{FF2B5EF4-FFF2-40B4-BE49-F238E27FC236}">
                <a16:creationId xmlns:a16="http://schemas.microsoft.com/office/drawing/2014/main" id="{525321EB-CD50-C9E7-99EB-8D77305FE10E}"/>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fld id="{3E94347C-AB4D-4B55-BCDD-6590DB0CCF99}" type="slidenum">
              <a:rPr lang="en-IN" altLang="en-US" smtClean="0"/>
              <a:pPr/>
              <a:t>10</a:t>
            </a:fld>
            <a:endParaRPr lang="en-IN" altLang="en-US"/>
          </a:p>
        </p:txBody>
      </p:sp>
    </p:spTree>
    <p:extLst>
      <p:ext uri="{BB962C8B-B14F-4D97-AF65-F5344CB8AC3E}">
        <p14:creationId xmlns:p14="http://schemas.microsoft.com/office/powerpoint/2010/main" val="309494628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57C870-414F-BD5C-7788-C80B3DD47C9E}"/>
            </a:ext>
          </a:extLst>
        </p:cNvPr>
        <p:cNvGrpSpPr/>
        <p:nvPr/>
      </p:nvGrpSpPr>
      <p:grpSpPr>
        <a:xfrm>
          <a:off x="0" y="0"/>
          <a:ext cx="0" cy="0"/>
          <a:chOff x="0" y="0"/>
          <a:chExt cx="0" cy="0"/>
        </a:xfrm>
      </p:grpSpPr>
      <p:sp>
        <p:nvSpPr>
          <p:cNvPr id="32770" name="Slide Image Placeholder 1">
            <a:extLst>
              <a:ext uri="{FF2B5EF4-FFF2-40B4-BE49-F238E27FC236}">
                <a16:creationId xmlns:a16="http://schemas.microsoft.com/office/drawing/2014/main" id="{F8DD3A3F-A5EC-F63C-7BEF-7E1805FAC710}"/>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Notes Placeholder 2">
            <a:extLst>
              <a:ext uri="{FF2B5EF4-FFF2-40B4-BE49-F238E27FC236}">
                <a16:creationId xmlns:a16="http://schemas.microsoft.com/office/drawing/2014/main" id="{5205794C-974A-D3FB-4726-9214846A56B9}"/>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IN" altLang="en-US"/>
          </a:p>
        </p:txBody>
      </p:sp>
      <p:sp>
        <p:nvSpPr>
          <p:cNvPr id="32772" name="Slide Number Placeholder 3">
            <a:extLst>
              <a:ext uri="{FF2B5EF4-FFF2-40B4-BE49-F238E27FC236}">
                <a16:creationId xmlns:a16="http://schemas.microsoft.com/office/drawing/2014/main" id="{2CFF624A-1913-306C-26F0-5BA6C44CE229}"/>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fld id="{3E94347C-AB4D-4B55-BCDD-6590DB0CCF99}" type="slidenum">
              <a:rPr lang="en-IN" altLang="en-US" smtClean="0"/>
              <a:pPr/>
              <a:t>11</a:t>
            </a:fld>
            <a:endParaRPr lang="en-IN" altLang="en-US"/>
          </a:p>
        </p:txBody>
      </p:sp>
    </p:spTree>
    <p:extLst>
      <p:ext uri="{BB962C8B-B14F-4D97-AF65-F5344CB8AC3E}">
        <p14:creationId xmlns:p14="http://schemas.microsoft.com/office/powerpoint/2010/main" val="374210165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45FFFD-5728-6204-9854-0C9F7E57427F}"/>
            </a:ext>
          </a:extLst>
        </p:cNvPr>
        <p:cNvGrpSpPr/>
        <p:nvPr/>
      </p:nvGrpSpPr>
      <p:grpSpPr>
        <a:xfrm>
          <a:off x="0" y="0"/>
          <a:ext cx="0" cy="0"/>
          <a:chOff x="0" y="0"/>
          <a:chExt cx="0" cy="0"/>
        </a:xfrm>
      </p:grpSpPr>
      <p:sp>
        <p:nvSpPr>
          <p:cNvPr id="32770" name="Slide Image Placeholder 1">
            <a:extLst>
              <a:ext uri="{FF2B5EF4-FFF2-40B4-BE49-F238E27FC236}">
                <a16:creationId xmlns:a16="http://schemas.microsoft.com/office/drawing/2014/main" id="{2C782826-3B98-9E85-4922-52A95908C1A6}"/>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Notes Placeholder 2">
            <a:extLst>
              <a:ext uri="{FF2B5EF4-FFF2-40B4-BE49-F238E27FC236}">
                <a16:creationId xmlns:a16="http://schemas.microsoft.com/office/drawing/2014/main" id="{E59D480C-156A-BF26-6C70-69BBE6A07206}"/>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IN" altLang="en-US"/>
          </a:p>
        </p:txBody>
      </p:sp>
      <p:sp>
        <p:nvSpPr>
          <p:cNvPr id="32772" name="Slide Number Placeholder 3">
            <a:extLst>
              <a:ext uri="{FF2B5EF4-FFF2-40B4-BE49-F238E27FC236}">
                <a16:creationId xmlns:a16="http://schemas.microsoft.com/office/drawing/2014/main" id="{B10A6A44-C5FC-D64D-95CA-9F893F189385}"/>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fld id="{3E94347C-AB4D-4B55-BCDD-6590DB0CCF99}" type="slidenum">
              <a:rPr lang="en-IN" altLang="en-US" smtClean="0"/>
              <a:pPr/>
              <a:t>12</a:t>
            </a:fld>
            <a:endParaRPr lang="en-IN" altLang="en-US"/>
          </a:p>
        </p:txBody>
      </p:sp>
    </p:spTree>
    <p:extLst>
      <p:ext uri="{BB962C8B-B14F-4D97-AF65-F5344CB8AC3E}">
        <p14:creationId xmlns:p14="http://schemas.microsoft.com/office/powerpoint/2010/main" val="284367122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E3A6A7-DE32-5BBF-DF32-09935B348199}"/>
            </a:ext>
          </a:extLst>
        </p:cNvPr>
        <p:cNvGrpSpPr/>
        <p:nvPr/>
      </p:nvGrpSpPr>
      <p:grpSpPr>
        <a:xfrm>
          <a:off x="0" y="0"/>
          <a:ext cx="0" cy="0"/>
          <a:chOff x="0" y="0"/>
          <a:chExt cx="0" cy="0"/>
        </a:xfrm>
      </p:grpSpPr>
      <p:sp>
        <p:nvSpPr>
          <p:cNvPr id="32770" name="Slide Image Placeholder 1">
            <a:extLst>
              <a:ext uri="{FF2B5EF4-FFF2-40B4-BE49-F238E27FC236}">
                <a16:creationId xmlns:a16="http://schemas.microsoft.com/office/drawing/2014/main" id="{B68773F3-61E9-C9A2-33EE-A63DCE9E9ACF}"/>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Notes Placeholder 2">
            <a:extLst>
              <a:ext uri="{FF2B5EF4-FFF2-40B4-BE49-F238E27FC236}">
                <a16:creationId xmlns:a16="http://schemas.microsoft.com/office/drawing/2014/main" id="{699F0B40-D2D4-E28E-5A84-3374B66B8358}"/>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IN" altLang="en-US"/>
          </a:p>
        </p:txBody>
      </p:sp>
      <p:sp>
        <p:nvSpPr>
          <p:cNvPr id="32772" name="Slide Number Placeholder 3">
            <a:extLst>
              <a:ext uri="{FF2B5EF4-FFF2-40B4-BE49-F238E27FC236}">
                <a16:creationId xmlns:a16="http://schemas.microsoft.com/office/drawing/2014/main" id="{44DDA41D-82C7-DEBB-22BD-9DF270D2ACA1}"/>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fld id="{3E94347C-AB4D-4B55-BCDD-6590DB0CCF99}" type="slidenum">
              <a:rPr lang="en-IN" altLang="en-US" smtClean="0"/>
              <a:pPr/>
              <a:t>13</a:t>
            </a:fld>
            <a:endParaRPr lang="en-IN" altLang="en-US"/>
          </a:p>
        </p:txBody>
      </p:sp>
    </p:spTree>
    <p:extLst>
      <p:ext uri="{BB962C8B-B14F-4D97-AF65-F5344CB8AC3E}">
        <p14:creationId xmlns:p14="http://schemas.microsoft.com/office/powerpoint/2010/main" val="266532612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91D3C9-D594-1619-7D5F-AD3C0FF69991}"/>
            </a:ext>
          </a:extLst>
        </p:cNvPr>
        <p:cNvGrpSpPr/>
        <p:nvPr/>
      </p:nvGrpSpPr>
      <p:grpSpPr>
        <a:xfrm>
          <a:off x="0" y="0"/>
          <a:ext cx="0" cy="0"/>
          <a:chOff x="0" y="0"/>
          <a:chExt cx="0" cy="0"/>
        </a:xfrm>
      </p:grpSpPr>
      <p:sp>
        <p:nvSpPr>
          <p:cNvPr id="32770" name="Slide Image Placeholder 1">
            <a:extLst>
              <a:ext uri="{FF2B5EF4-FFF2-40B4-BE49-F238E27FC236}">
                <a16:creationId xmlns:a16="http://schemas.microsoft.com/office/drawing/2014/main" id="{47A5453E-14D0-BE3F-54E4-B92B4EDDD5E8}"/>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Notes Placeholder 2">
            <a:extLst>
              <a:ext uri="{FF2B5EF4-FFF2-40B4-BE49-F238E27FC236}">
                <a16:creationId xmlns:a16="http://schemas.microsoft.com/office/drawing/2014/main" id="{D811C6CB-B655-5DBA-8466-D9EC75A7B6B1}"/>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IN" altLang="en-US"/>
          </a:p>
        </p:txBody>
      </p:sp>
      <p:sp>
        <p:nvSpPr>
          <p:cNvPr id="32772" name="Slide Number Placeholder 3">
            <a:extLst>
              <a:ext uri="{FF2B5EF4-FFF2-40B4-BE49-F238E27FC236}">
                <a16:creationId xmlns:a16="http://schemas.microsoft.com/office/drawing/2014/main" id="{E553F7CC-FE96-EF6D-95D9-C1093FD55AF0}"/>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fld id="{3E94347C-AB4D-4B55-BCDD-6590DB0CCF99}" type="slidenum">
              <a:rPr lang="en-IN" altLang="en-US" smtClean="0"/>
              <a:pPr/>
              <a:t>14</a:t>
            </a:fld>
            <a:endParaRPr lang="en-IN" altLang="en-US"/>
          </a:p>
        </p:txBody>
      </p:sp>
    </p:spTree>
    <p:extLst>
      <p:ext uri="{BB962C8B-B14F-4D97-AF65-F5344CB8AC3E}">
        <p14:creationId xmlns:p14="http://schemas.microsoft.com/office/powerpoint/2010/main" val="368115302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9F2D15-6ECE-7BC0-CC3F-75D8BA319FFA}"/>
            </a:ext>
          </a:extLst>
        </p:cNvPr>
        <p:cNvGrpSpPr/>
        <p:nvPr/>
      </p:nvGrpSpPr>
      <p:grpSpPr>
        <a:xfrm>
          <a:off x="0" y="0"/>
          <a:ext cx="0" cy="0"/>
          <a:chOff x="0" y="0"/>
          <a:chExt cx="0" cy="0"/>
        </a:xfrm>
      </p:grpSpPr>
      <p:sp>
        <p:nvSpPr>
          <p:cNvPr id="32770" name="Slide Image Placeholder 1">
            <a:extLst>
              <a:ext uri="{FF2B5EF4-FFF2-40B4-BE49-F238E27FC236}">
                <a16:creationId xmlns:a16="http://schemas.microsoft.com/office/drawing/2014/main" id="{BC09096F-F333-8DE0-7C50-72C6DE08DF00}"/>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Notes Placeholder 2">
            <a:extLst>
              <a:ext uri="{FF2B5EF4-FFF2-40B4-BE49-F238E27FC236}">
                <a16:creationId xmlns:a16="http://schemas.microsoft.com/office/drawing/2014/main" id="{1959B8B9-0EED-26F2-F396-0F5772D4CFF7}"/>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IN" altLang="en-US"/>
          </a:p>
        </p:txBody>
      </p:sp>
      <p:sp>
        <p:nvSpPr>
          <p:cNvPr id="32772" name="Slide Number Placeholder 3">
            <a:extLst>
              <a:ext uri="{FF2B5EF4-FFF2-40B4-BE49-F238E27FC236}">
                <a16:creationId xmlns:a16="http://schemas.microsoft.com/office/drawing/2014/main" id="{D8A35A48-F209-F3A9-68C5-87DC3926B9DA}"/>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fld id="{3E94347C-AB4D-4B55-BCDD-6590DB0CCF99}" type="slidenum">
              <a:rPr lang="en-IN" altLang="en-US" smtClean="0"/>
              <a:pPr/>
              <a:t>15</a:t>
            </a:fld>
            <a:endParaRPr lang="en-IN" altLang="en-US"/>
          </a:p>
        </p:txBody>
      </p:sp>
    </p:spTree>
    <p:extLst>
      <p:ext uri="{BB962C8B-B14F-4D97-AF65-F5344CB8AC3E}">
        <p14:creationId xmlns:p14="http://schemas.microsoft.com/office/powerpoint/2010/main" val="2845583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6D0358-AF94-7D72-EB1F-7C29335B829A}"/>
            </a:ext>
          </a:extLst>
        </p:cNvPr>
        <p:cNvGrpSpPr/>
        <p:nvPr/>
      </p:nvGrpSpPr>
      <p:grpSpPr>
        <a:xfrm>
          <a:off x="0" y="0"/>
          <a:ext cx="0" cy="0"/>
          <a:chOff x="0" y="0"/>
          <a:chExt cx="0" cy="0"/>
        </a:xfrm>
      </p:grpSpPr>
      <p:sp>
        <p:nvSpPr>
          <p:cNvPr id="32770" name="Slide Image Placeholder 1">
            <a:extLst>
              <a:ext uri="{FF2B5EF4-FFF2-40B4-BE49-F238E27FC236}">
                <a16:creationId xmlns:a16="http://schemas.microsoft.com/office/drawing/2014/main" id="{81961224-8929-06A0-2F50-EDDCB8046A1E}"/>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Notes Placeholder 2">
            <a:extLst>
              <a:ext uri="{FF2B5EF4-FFF2-40B4-BE49-F238E27FC236}">
                <a16:creationId xmlns:a16="http://schemas.microsoft.com/office/drawing/2014/main" id="{C2EB5F97-60B7-D0AE-BEB3-BEB340D2769D}"/>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IN" altLang="en-US"/>
          </a:p>
        </p:txBody>
      </p:sp>
      <p:sp>
        <p:nvSpPr>
          <p:cNvPr id="32772" name="Slide Number Placeholder 3">
            <a:extLst>
              <a:ext uri="{FF2B5EF4-FFF2-40B4-BE49-F238E27FC236}">
                <a16:creationId xmlns:a16="http://schemas.microsoft.com/office/drawing/2014/main" id="{DAB47902-E20F-A931-D5CE-C754768438D7}"/>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fld id="{3E94347C-AB4D-4B55-BCDD-6590DB0CCF99}" type="slidenum">
              <a:rPr lang="en-IN" altLang="en-US" smtClean="0"/>
              <a:pPr/>
              <a:t>16</a:t>
            </a:fld>
            <a:endParaRPr lang="en-IN" altLang="en-US"/>
          </a:p>
        </p:txBody>
      </p:sp>
    </p:spTree>
    <p:extLst>
      <p:ext uri="{BB962C8B-B14F-4D97-AF65-F5344CB8AC3E}">
        <p14:creationId xmlns:p14="http://schemas.microsoft.com/office/powerpoint/2010/main" val="38121396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0FDCF60E-8F5E-44E4-2205-EA8D1FDB12F8}"/>
              </a:ext>
            </a:extLst>
          </p:cNvPr>
          <p:cNvSpPr>
            <a:spLocks noGrp="1"/>
          </p:cNvSpPr>
          <p:nvPr>
            <p:ph type="dt" sz="half" idx="10"/>
          </p:nvPr>
        </p:nvSpPr>
        <p:spPr/>
        <p:txBody>
          <a:bodyPr/>
          <a:lstStyle>
            <a:lvl1pPr>
              <a:defRPr/>
            </a:lvl1pPr>
          </a:lstStyle>
          <a:p>
            <a:pPr>
              <a:defRPr/>
            </a:pPr>
            <a:fld id="{7E9B6DED-6EB9-44CF-892A-1AEF74D9E04D}" type="datetime1">
              <a:rPr lang="en-IN" smtClean="0"/>
              <a:t>02-01-2026</a:t>
            </a:fld>
            <a:endParaRPr lang="en-IN"/>
          </a:p>
        </p:txBody>
      </p:sp>
      <p:sp>
        <p:nvSpPr>
          <p:cNvPr id="5" name="Footer Placeholder 4">
            <a:extLst>
              <a:ext uri="{FF2B5EF4-FFF2-40B4-BE49-F238E27FC236}">
                <a16:creationId xmlns:a16="http://schemas.microsoft.com/office/drawing/2014/main" id="{22A3D03A-8E56-3140-4F8C-ACC2142DA33A}"/>
              </a:ext>
            </a:extLst>
          </p:cNvPr>
          <p:cNvSpPr>
            <a:spLocks noGrp="1"/>
          </p:cNvSpPr>
          <p:nvPr>
            <p:ph type="ftr" sz="quarter" idx="11"/>
          </p:nvPr>
        </p:nvSpPr>
        <p:spPr/>
        <p:txBody>
          <a:bodyPr/>
          <a:lstStyle>
            <a:lvl1pPr>
              <a:defRPr/>
            </a:lvl1pPr>
          </a:lstStyle>
          <a:p>
            <a:pPr>
              <a:defRPr/>
            </a:pPr>
            <a:endParaRPr lang="en-IN"/>
          </a:p>
        </p:txBody>
      </p:sp>
      <p:sp>
        <p:nvSpPr>
          <p:cNvPr id="6" name="Slide Number Placeholder 5">
            <a:extLst>
              <a:ext uri="{FF2B5EF4-FFF2-40B4-BE49-F238E27FC236}">
                <a16:creationId xmlns:a16="http://schemas.microsoft.com/office/drawing/2014/main" id="{9FE78EA5-ED4C-0A29-9B26-0F2F8913F39F}"/>
              </a:ext>
            </a:extLst>
          </p:cNvPr>
          <p:cNvSpPr>
            <a:spLocks noGrp="1"/>
          </p:cNvSpPr>
          <p:nvPr>
            <p:ph type="sldNum" sz="quarter" idx="12"/>
          </p:nvPr>
        </p:nvSpPr>
        <p:spPr/>
        <p:txBody>
          <a:bodyPr/>
          <a:lstStyle>
            <a:lvl1pPr>
              <a:defRPr/>
            </a:lvl1pPr>
          </a:lstStyle>
          <a:p>
            <a:pPr>
              <a:defRPr/>
            </a:pPr>
            <a:fld id="{DAAFF3B2-35D6-4F7B-9121-E1ECD31A57ED}" type="slidenum">
              <a:rPr lang="en-IN" altLang="en-US"/>
              <a:pPr>
                <a:defRPr/>
              </a:pPr>
              <a:t>‹#›</a:t>
            </a:fld>
            <a:endParaRPr lang="en-IN" altLang="en-US"/>
          </a:p>
        </p:txBody>
      </p:sp>
    </p:spTree>
    <p:extLst>
      <p:ext uri="{BB962C8B-B14F-4D97-AF65-F5344CB8AC3E}">
        <p14:creationId xmlns:p14="http://schemas.microsoft.com/office/powerpoint/2010/main" val="35194512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73904C6-0CF5-0ED0-680F-77CEA647AF30}"/>
              </a:ext>
            </a:extLst>
          </p:cNvPr>
          <p:cNvSpPr>
            <a:spLocks noGrp="1"/>
          </p:cNvSpPr>
          <p:nvPr>
            <p:ph type="dt" sz="half" idx="10"/>
          </p:nvPr>
        </p:nvSpPr>
        <p:spPr/>
        <p:txBody>
          <a:bodyPr/>
          <a:lstStyle>
            <a:lvl1pPr>
              <a:defRPr/>
            </a:lvl1pPr>
          </a:lstStyle>
          <a:p>
            <a:pPr>
              <a:defRPr/>
            </a:pPr>
            <a:fld id="{498A9BB0-C73C-4D35-B8EA-A4230A8880F6}" type="datetime1">
              <a:rPr lang="en-IN" smtClean="0"/>
              <a:t>02-01-2026</a:t>
            </a:fld>
            <a:endParaRPr lang="en-IN"/>
          </a:p>
        </p:txBody>
      </p:sp>
      <p:sp>
        <p:nvSpPr>
          <p:cNvPr id="5" name="Footer Placeholder 4">
            <a:extLst>
              <a:ext uri="{FF2B5EF4-FFF2-40B4-BE49-F238E27FC236}">
                <a16:creationId xmlns:a16="http://schemas.microsoft.com/office/drawing/2014/main" id="{F8DF0BEB-534F-7B86-095B-6F4FA6B36B5F}"/>
              </a:ext>
            </a:extLst>
          </p:cNvPr>
          <p:cNvSpPr>
            <a:spLocks noGrp="1"/>
          </p:cNvSpPr>
          <p:nvPr>
            <p:ph type="ftr" sz="quarter" idx="11"/>
          </p:nvPr>
        </p:nvSpPr>
        <p:spPr/>
        <p:txBody>
          <a:bodyPr/>
          <a:lstStyle>
            <a:lvl1pPr>
              <a:defRPr/>
            </a:lvl1pPr>
          </a:lstStyle>
          <a:p>
            <a:pPr>
              <a:defRPr/>
            </a:pPr>
            <a:endParaRPr lang="en-IN"/>
          </a:p>
        </p:txBody>
      </p:sp>
      <p:sp>
        <p:nvSpPr>
          <p:cNvPr id="6" name="Slide Number Placeholder 5">
            <a:extLst>
              <a:ext uri="{FF2B5EF4-FFF2-40B4-BE49-F238E27FC236}">
                <a16:creationId xmlns:a16="http://schemas.microsoft.com/office/drawing/2014/main" id="{7AC30398-6E7A-FC15-2C5C-16840F6B483C}"/>
              </a:ext>
            </a:extLst>
          </p:cNvPr>
          <p:cNvSpPr>
            <a:spLocks noGrp="1"/>
          </p:cNvSpPr>
          <p:nvPr>
            <p:ph type="sldNum" sz="quarter" idx="12"/>
          </p:nvPr>
        </p:nvSpPr>
        <p:spPr/>
        <p:txBody>
          <a:bodyPr/>
          <a:lstStyle>
            <a:lvl1pPr>
              <a:defRPr/>
            </a:lvl1pPr>
          </a:lstStyle>
          <a:p>
            <a:pPr>
              <a:defRPr/>
            </a:pPr>
            <a:fld id="{15E9D1B8-7EF6-4D9C-8694-90B5BDA32D3D}" type="slidenum">
              <a:rPr lang="en-IN" altLang="en-US"/>
              <a:pPr>
                <a:defRPr/>
              </a:pPr>
              <a:t>‹#›</a:t>
            </a:fld>
            <a:endParaRPr lang="en-IN" altLang="en-US"/>
          </a:p>
        </p:txBody>
      </p:sp>
    </p:spTree>
    <p:extLst>
      <p:ext uri="{BB962C8B-B14F-4D97-AF65-F5344CB8AC3E}">
        <p14:creationId xmlns:p14="http://schemas.microsoft.com/office/powerpoint/2010/main" val="39637758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B976D95-8BE1-BA12-3BCC-D974BFD22A9B}"/>
              </a:ext>
            </a:extLst>
          </p:cNvPr>
          <p:cNvSpPr>
            <a:spLocks noGrp="1"/>
          </p:cNvSpPr>
          <p:nvPr>
            <p:ph type="dt" sz="half" idx="10"/>
          </p:nvPr>
        </p:nvSpPr>
        <p:spPr/>
        <p:txBody>
          <a:bodyPr/>
          <a:lstStyle>
            <a:lvl1pPr>
              <a:defRPr/>
            </a:lvl1pPr>
          </a:lstStyle>
          <a:p>
            <a:pPr>
              <a:defRPr/>
            </a:pPr>
            <a:fld id="{FD660EF4-B9F7-482D-B86F-8B24B7197704}" type="datetime1">
              <a:rPr lang="en-IN" smtClean="0"/>
              <a:t>02-01-2026</a:t>
            </a:fld>
            <a:endParaRPr lang="en-IN"/>
          </a:p>
        </p:txBody>
      </p:sp>
      <p:sp>
        <p:nvSpPr>
          <p:cNvPr id="5" name="Footer Placeholder 4">
            <a:extLst>
              <a:ext uri="{FF2B5EF4-FFF2-40B4-BE49-F238E27FC236}">
                <a16:creationId xmlns:a16="http://schemas.microsoft.com/office/drawing/2014/main" id="{7C07D40C-FE18-0F0C-B29E-713A193CA83B}"/>
              </a:ext>
            </a:extLst>
          </p:cNvPr>
          <p:cNvSpPr>
            <a:spLocks noGrp="1"/>
          </p:cNvSpPr>
          <p:nvPr>
            <p:ph type="ftr" sz="quarter" idx="11"/>
          </p:nvPr>
        </p:nvSpPr>
        <p:spPr/>
        <p:txBody>
          <a:bodyPr/>
          <a:lstStyle>
            <a:lvl1pPr>
              <a:defRPr/>
            </a:lvl1pPr>
          </a:lstStyle>
          <a:p>
            <a:pPr>
              <a:defRPr/>
            </a:pPr>
            <a:endParaRPr lang="en-IN"/>
          </a:p>
        </p:txBody>
      </p:sp>
      <p:sp>
        <p:nvSpPr>
          <p:cNvPr id="6" name="Slide Number Placeholder 5">
            <a:extLst>
              <a:ext uri="{FF2B5EF4-FFF2-40B4-BE49-F238E27FC236}">
                <a16:creationId xmlns:a16="http://schemas.microsoft.com/office/drawing/2014/main" id="{43B34E0D-2A92-A844-594A-8C9E0F7A7A0B}"/>
              </a:ext>
            </a:extLst>
          </p:cNvPr>
          <p:cNvSpPr>
            <a:spLocks noGrp="1"/>
          </p:cNvSpPr>
          <p:nvPr>
            <p:ph type="sldNum" sz="quarter" idx="12"/>
          </p:nvPr>
        </p:nvSpPr>
        <p:spPr/>
        <p:txBody>
          <a:bodyPr/>
          <a:lstStyle>
            <a:lvl1pPr>
              <a:defRPr/>
            </a:lvl1pPr>
          </a:lstStyle>
          <a:p>
            <a:pPr>
              <a:defRPr/>
            </a:pPr>
            <a:fld id="{8CC67B40-727F-4A1D-BC65-C058702BCA51}" type="slidenum">
              <a:rPr lang="en-IN" altLang="en-US"/>
              <a:pPr>
                <a:defRPr/>
              </a:pPr>
              <a:t>‹#›</a:t>
            </a:fld>
            <a:endParaRPr lang="en-IN" altLang="en-US"/>
          </a:p>
        </p:txBody>
      </p:sp>
    </p:spTree>
    <p:extLst>
      <p:ext uri="{BB962C8B-B14F-4D97-AF65-F5344CB8AC3E}">
        <p14:creationId xmlns:p14="http://schemas.microsoft.com/office/powerpoint/2010/main" val="11479682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3">
            <a:extLst>
              <a:ext uri="{FF2B5EF4-FFF2-40B4-BE49-F238E27FC236}">
                <a16:creationId xmlns:a16="http://schemas.microsoft.com/office/drawing/2014/main" id="{31DE5E9B-F85C-D74E-44E0-8BF2B70FE93F}"/>
              </a:ext>
            </a:extLst>
          </p:cNvPr>
          <p:cNvSpPr>
            <a:spLocks noGrp="1"/>
          </p:cNvSpPr>
          <p:nvPr>
            <p:ph type="dt" sz="half" idx="10"/>
          </p:nvPr>
        </p:nvSpPr>
        <p:spPr/>
        <p:txBody>
          <a:bodyPr/>
          <a:lstStyle>
            <a:lvl1pPr>
              <a:defRPr/>
            </a:lvl1pPr>
          </a:lstStyle>
          <a:p>
            <a:pPr>
              <a:defRPr/>
            </a:pPr>
            <a:fld id="{9801DBD8-69B6-4C3B-9193-08FE9344ADBD}" type="datetime1">
              <a:rPr lang="en-IN" smtClean="0"/>
              <a:t>02-01-2026</a:t>
            </a:fld>
            <a:endParaRPr lang="en-IN"/>
          </a:p>
        </p:txBody>
      </p:sp>
      <p:sp>
        <p:nvSpPr>
          <p:cNvPr id="6" name="Footer Placeholder 4">
            <a:extLst>
              <a:ext uri="{FF2B5EF4-FFF2-40B4-BE49-F238E27FC236}">
                <a16:creationId xmlns:a16="http://schemas.microsoft.com/office/drawing/2014/main" id="{B8D91421-A2E9-C8D8-8696-D738A3EDB450}"/>
              </a:ext>
            </a:extLst>
          </p:cNvPr>
          <p:cNvSpPr>
            <a:spLocks noGrp="1"/>
          </p:cNvSpPr>
          <p:nvPr>
            <p:ph type="ftr" sz="quarter" idx="11"/>
          </p:nvPr>
        </p:nvSpPr>
        <p:spPr/>
        <p:txBody>
          <a:bodyPr/>
          <a:lstStyle>
            <a:lvl1pPr>
              <a:defRPr/>
            </a:lvl1pPr>
          </a:lstStyle>
          <a:p>
            <a:pPr>
              <a:defRPr/>
            </a:pPr>
            <a:endParaRPr lang="en-IN"/>
          </a:p>
        </p:txBody>
      </p:sp>
      <p:sp>
        <p:nvSpPr>
          <p:cNvPr id="7" name="Slide Number Placeholder 5">
            <a:extLst>
              <a:ext uri="{FF2B5EF4-FFF2-40B4-BE49-F238E27FC236}">
                <a16:creationId xmlns:a16="http://schemas.microsoft.com/office/drawing/2014/main" id="{101C35A8-93AE-3214-A246-B50942C938C9}"/>
              </a:ext>
            </a:extLst>
          </p:cNvPr>
          <p:cNvSpPr>
            <a:spLocks noGrp="1"/>
          </p:cNvSpPr>
          <p:nvPr>
            <p:ph type="sldNum" sz="quarter" idx="12"/>
          </p:nvPr>
        </p:nvSpPr>
        <p:spPr/>
        <p:txBody>
          <a:bodyPr/>
          <a:lstStyle>
            <a:lvl1pPr>
              <a:defRPr/>
            </a:lvl1pPr>
          </a:lstStyle>
          <a:p>
            <a:pPr>
              <a:defRPr/>
            </a:pPr>
            <a:fld id="{1B496277-7E32-4CEE-8608-87B7D0BA1F82}" type="slidenum">
              <a:rPr lang="en-IN" altLang="en-US"/>
              <a:pPr>
                <a:defRPr/>
              </a:pPr>
              <a:t>‹#›</a:t>
            </a:fld>
            <a:endParaRPr lang="en-IN" altLang="en-US"/>
          </a:p>
        </p:txBody>
      </p:sp>
    </p:spTree>
    <p:extLst>
      <p:ext uri="{BB962C8B-B14F-4D97-AF65-F5344CB8AC3E}">
        <p14:creationId xmlns:p14="http://schemas.microsoft.com/office/powerpoint/2010/main" val="42414351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3">
            <a:extLst>
              <a:ext uri="{FF2B5EF4-FFF2-40B4-BE49-F238E27FC236}">
                <a16:creationId xmlns:a16="http://schemas.microsoft.com/office/drawing/2014/main" id="{FA63A0CE-54C2-69F4-924F-1C8487ACB811}"/>
              </a:ext>
            </a:extLst>
          </p:cNvPr>
          <p:cNvSpPr>
            <a:spLocks noGrp="1"/>
          </p:cNvSpPr>
          <p:nvPr>
            <p:ph type="dt" sz="half" idx="10"/>
          </p:nvPr>
        </p:nvSpPr>
        <p:spPr/>
        <p:txBody>
          <a:bodyPr/>
          <a:lstStyle>
            <a:lvl1pPr>
              <a:defRPr/>
            </a:lvl1pPr>
          </a:lstStyle>
          <a:p>
            <a:pPr>
              <a:defRPr/>
            </a:pPr>
            <a:fld id="{4E322914-C49C-43B3-81BF-03A22F932AD4}" type="datetime1">
              <a:rPr lang="en-IN" smtClean="0"/>
              <a:t>02-01-2026</a:t>
            </a:fld>
            <a:endParaRPr lang="en-IN"/>
          </a:p>
        </p:txBody>
      </p:sp>
      <p:sp>
        <p:nvSpPr>
          <p:cNvPr id="8" name="Footer Placeholder 4">
            <a:extLst>
              <a:ext uri="{FF2B5EF4-FFF2-40B4-BE49-F238E27FC236}">
                <a16:creationId xmlns:a16="http://schemas.microsoft.com/office/drawing/2014/main" id="{3BA322DF-F7DE-2314-B76A-D892B9841C92}"/>
              </a:ext>
            </a:extLst>
          </p:cNvPr>
          <p:cNvSpPr>
            <a:spLocks noGrp="1"/>
          </p:cNvSpPr>
          <p:nvPr>
            <p:ph type="ftr" sz="quarter" idx="11"/>
          </p:nvPr>
        </p:nvSpPr>
        <p:spPr/>
        <p:txBody>
          <a:bodyPr/>
          <a:lstStyle>
            <a:lvl1pPr>
              <a:defRPr/>
            </a:lvl1pPr>
          </a:lstStyle>
          <a:p>
            <a:pPr>
              <a:defRPr/>
            </a:pPr>
            <a:endParaRPr lang="en-IN"/>
          </a:p>
        </p:txBody>
      </p:sp>
      <p:sp>
        <p:nvSpPr>
          <p:cNvPr id="9" name="Slide Number Placeholder 5">
            <a:extLst>
              <a:ext uri="{FF2B5EF4-FFF2-40B4-BE49-F238E27FC236}">
                <a16:creationId xmlns:a16="http://schemas.microsoft.com/office/drawing/2014/main" id="{9963F7B7-936F-8D66-F23A-D03731261018}"/>
              </a:ext>
            </a:extLst>
          </p:cNvPr>
          <p:cNvSpPr>
            <a:spLocks noGrp="1"/>
          </p:cNvSpPr>
          <p:nvPr>
            <p:ph type="sldNum" sz="quarter" idx="12"/>
          </p:nvPr>
        </p:nvSpPr>
        <p:spPr/>
        <p:txBody>
          <a:bodyPr/>
          <a:lstStyle>
            <a:lvl1pPr>
              <a:defRPr/>
            </a:lvl1pPr>
          </a:lstStyle>
          <a:p>
            <a:pPr>
              <a:defRPr/>
            </a:pPr>
            <a:fld id="{C31932FB-3588-47A1-857B-918475371748}" type="slidenum">
              <a:rPr lang="en-IN" altLang="en-US"/>
              <a:pPr>
                <a:defRPr/>
              </a:pPr>
              <a:t>‹#›</a:t>
            </a:fld>
            <a:endParaRPr lang="en-IN" altLang="en-US"/>
          </a:p>
        </p:txBody>
      </p:sp>
    </p:spTree>
    <p:extLst>
      <p:ext uri="{BB962C8B-B14F-4D97-AF65-F5344CB8AC3E}">
        <p14:creationId xmlns:p14="http://schemas.microsoft.com/office/powerpoint/2010/main" val="23100507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3">
            <a:extLst>
              <a:ext uri="{FF2B5EF4-FFF2-40B4-BE49-F238E27FC236}">
                <a16:creationId xmlns:a16="http://schemas.microsoft.com/office/drawing/2014/main" id="{C0F2A36F-A772-0804-ADF2-B4400E00C43C}"/>
              </a:ext>
            </a:extLst>
          </p:cNvPr>
          <p:cNvSpPr>
            <a:spLocks noGrp="1"/>
          </p:cNvSpPr>
          <p:nvPr>
            <p:ph type="dt" sz="half" idx="10"/>
          </p:nvPr>
        </p:nvSpPr>
        <p:spPr/>
        <p:txBody>
          <a:bodyPr/>
          <a:lstStyle>
            <a:lvl1pPr>
              <a:defRPr/>
            </a:lvl1pPr>
          </a:lstStyle>
          <a:p>
            <a:pPr>
              <a:defRPr/>
            </a:pPr>
            <a:fld id="{734F9E3F-D43D-4D36-83BB-BE962A92E0FF}" type="datetime1">
              <a:rPr lang="en-IN" smtClean="0"/>
              <a:t>02-01-2026</a:t>
            </a:fld>
            <a:endParaRPr lang="en-IN"/>
          </a:p>
        </p:txBody>
      </p:sp>
      <p:sp>
        <p:nvSpPr>
          <p:cNvPr id="4" name="Footer Placeholder 4">
            <a:extLst>
              <a:ext uri="{FF2B5EF4-FFF2-40B4-BE49-F238E27FC236}">
                <a16:creationId xmlns:a16="http://schemas.microsoft.com/office/drawing/2014/main" id="{4BF52A03-0976-6B4A-3605-B0520823869E}"/>
              </a:ext>
            </a:extLst>
          </p:cNvPr>
          <p:cNvSpPr>
            <a:spLocks noGrp="1"/>
          </p:cNvSpPr>
          <p:nvPr>
            <p:ph type="ftr" sz="quarter" idx="11"/>
          </p:nvPr>
        </p:nvSpPr>
        <p:spPr/>
        <p:txBody>
          <a:bodyPr/>
          <a:lstStyle>
            <a:lvl1pPr>
              <a:defRPr/>
            </a:lvl1pPr>
          </a:lstStyle>
          <a:p>
            <a:pPr>
              <a:defRPr/>
            </a:pPr>
            <a:endParaRPr lang="en-IN"/>
          </a:p>
        </p:txBody>
      </p:sp>
      <p:sp>
        <p:nvSpPr>
          <p:cNvPr id="5" name="Slide Number Placeholder 5">
            <a:extLst>
              <a:ext uri="{FF2B5EF4-FFF2-40B4-BE49-F238E27FC236}">
                <a16:creationId xmlns:a16="http://schemas.microsoft.com/office/drawing/2014/main" id="{09D9C039-14DC-F62E-DED8-FEE4E7CD02C3}"/>
              </a:ext>
            </a:extLst>
          </p:cNvPr>
          <p:cNvSpPr>
            <a:spLocks noGrp="1"/>
          </p:cNvSpPr>
          <p:nvPr>
            <p:ph type="sldNum" sz="quarter" idx="12"/>
          </p:nvPr>
        </p:nvSpPr>
        <p:spPr/>
        <p:txBody>
          <a:bodyPr/>
          <a:lstStyle>
            <a:lvl1pPr>
              <a:defRPr/>
            </a:lvl1pPr>
          </a:lstStyle>
          <a:p>
            <a:pPr>
              <a:defRPr/>
            </a:pPr>
            <a:fld id="{43CFB6DF-C63A-4F28-A1E7-6150A0635683}" type="slidenum">
              <a:rPr lang="en-IN" altLang="en-US"/>
              <a:pPr>
                <a:defRPr/>
              </a:pPr>
              <a:t>‹#›</a:t>
            </a:fld>
            <a:endParaRPr lang="en-IN" altLang="en-US"/>
          </a:p>
        </p:txBody>
      </p:sp>
    </p:spTree>
    <p:extLst>
      <p:ext uri="{BB962C8B-B14F-4D97-AF65-F5344CB8AC3E}">
        <p14:creationId xmlns:p14="http://schemas.microsoft.com/office/powerpoint/2010/main" val="1661849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3A859E17-FEB0-54D0-9591-0A25B70A0DF2}"/>
              </a:ext>
            </a:extLst>
          </p:cNvPr>
          <p:cNvSpPr>
            <a:spLocks noGrp="1"/>
          </p:cNvSpPr>
          <p:nvPr>
            <p:ph type="dt" sz="half" idx="10"/>
          </p:nvPr>
        </p:nvSpPr>
        <p:spPr/>
        <p:txBody>
          <a:bodyPr/>
          <a:lstStyle>
            <a:lvl1pPr>
              <a:defRPr/>
            </a:lvl1pPr>
          </a:lstStyle>
          <a:p>
            <a:pPr>
              <a:defRPr/>
            </a:pPr>
            <a:fld id="{02813334-F681-439C-B464-F438B1B95308}" type="datetime1">
              <a:rPr lang="en-IN" smtClean="0"/>
              <a:t>02-01-2026</a:t>
            </a:fld>
            <a:endParaRPr lang="en-IN"/>
          </a:p>
        </p:txBody>
      </p:sp>
      <p:sp>
        <p:nvSpPr>
          <p:cNvPr id="3" name="Footer Placeholder 4">
            <a:extLst>
              <a:ext uri="{FF2B5EF4-FFF2-40B4-BE49-F238E27FC236}">
                <a16:creationId xmlns:a16="http://schemas.microsoft.com/office/drawing/2014/main" id="{89D1B0DF-9188-671B-472D-EA7721C32AA8}"/>
              </a:ext>
            </a:extLst>
          </p:cNvPr>
          <p:cNvSpPr>
            <a:spLocks noGrp="1"/>
          </p:cNvSpPr>
          <p:nvPr>
            <p:ph type="ftr" sz="quarter" idx="11"/>
          </p:nvPr>
        </p:nvSpPr>
        <p:spPr/>
        <p:txBody>
          <a:bodyPr/>
          <a:lstStyle>
            <a:lvl1pPr>
              <a:defRPr/>
            </a:lvl1pPr>
          </a:lstStyle>
          <a:p>
            <a:pPr>
              <a:defRPr/>
            </a:pPr>
            <a:endParaRPr lang="en-IN"/>
          </a:p>
        </p:txBody>
      </p:sp>
      <p:sp>
        <p:nvSpPr>
          <p:cNvPr id="4" name="Slide Number Placeholder 5">
            <a:extLst>
              <a:ext uri="{FF2B5EF4-FFF2-40B4-BE49-F238E27FC236}">
                <a16:creationId xmlns:a16="http://schemas.microsoft.com/office/drawing/2014/main" id="{13D87C27-EB2F-42EA-A4AA-0E067CCC81DE}"/>
              </a:ext>
            </a:extLst>
          </p:cNvPr>
          <p:cNvSpPr>
            <a:spLocks noGrp="1"/>
          </p:cNvSpPr>
          <p:nvPr>
            <p:ph type="sldNum" sz="quarter" idx="12"/>
          </p:nvPr>
        </p:nvSpPr>
        <p:spPr/>
        <p:txBody>
          <a:bodyPr/>
          <a:lstStyle>
            <a:lvl1pPr>
              <a:defRPr/>
            </a:lvl1pPr>
          </a:lstStyle>
          <a:p>
            <a:pPr>
              <a:defRPr/>
            </a:pPr>
            <a:fld id="{DA6E1395-AD7D-488B-9504-1125D19F720B}" type="slidenum">
              <a:rPr lang="en-IN" altLang="en-US"/>
              <a:pPr>
                <a:defRPr/>
              </a:pPr>
              <a:t>‹#›</a:t>
            </a:fld>
            <a:endParaRPr lang="en-IN" altLang="en-US"/>
          </a:p>
        </p:txBody>
      </p:sp>
    </p:spTree>
    <p:extLst>
      <p:ext uri="{BB962C8B-B14F-4D97-AF65-F5344CB8AC3E}">
        <p14:creationId xmlns:p14="http://schemas.microsoft.com/office/powerpoint/2010/main" val="37662642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id="{926B0039-6F59-9D46-00F7-8F6BCA2710A2}"/>
              </a:ext>
            </a:extLst>
          </p:cNvPr>
          <p:cNvSpPr>
            <a:spLocks noGrp="1"/>
          </p:cNvSpPr>
          <p:nvPr>
            <p:ph type="dt" sz="half" idx="10"/>
          </p:nvPr>
        </p:nvSpPr>
        <p:spPr/>
        <p:txBody>
          <a:bodyPr/>
          <a:lstStyle>
            <a:lvl1pPr>
              <a:defRPr/>
            </a:lvl1pPr>
          </a:lstStyle>
          <a:p>
            <a:pPr>
              <a:defRPr/>
            </a:pPr>
            <a:fld id="{D77D3E86-C2BD-4CFD-98C6-841EEF4D108D}" type="datetime1">
              <a:rPr lang="en-IN" smtClean="0"/>
              <a:t>02-01-2026</a:t>
            </a:fld>
            <a:endParaRPr lang="en-IN"/>
          </a:p>
        </p:txBody>
      </p:sp>
      <p:sp>
        <p:nvSpPr>
          <p:cNvPr id="6" name="Footer Placeholder 4">
            <a:extLst>
              <a:ext uri="{FF2B5EF4-FFF2-40B4-BE49-F238E27FC236}">
                <a16:creationId xmlns:a16="http://schemas.microsoft.com/office/drawing/2014/main" id="{1C8EB80E-F0F4-3494-448F-7AC1A7BBDCDD}"/>
              </a:ext>
            </a:extLst>
          </p:cNvPr>
          <p:cNvSpPr>
            <a:spLocks noGrp="1"/>
          </p:cNvSpPr>
          <p:nvPr>
            <p:ph type="ftr" sz="quarter" idx="11"/>
          </p:nvPr>
        </p:nvSpPr>
        <p:spPr/>
        <p:txBody>
          <a:bodyPr/>
          <a:lstStyle>
            <a:lvl1pPr>
              <a:defRPr/>
            </a:lvl1pPr>
          </a:lstStyle>
          <a:p>
            <a:pPr>
              <a:defRPr/>
            </a:pPr>
            <a:endParaRPr lang="en-IN"/>
          </a:p>
        </p:txBody>
      </p:sp>
      <p:sp>
        <p:nvSpPr>
          <p:cNvPr id="7" name="Slide Number Placeholder 5">
            <a:extLst>
              <a:ext uri="{FF2B5EF4-FFF2-40B4-BE49-F238E27FC236}">
                <a16:creationId xmlns:a16="http://schemas.microsoft.com/office/drawing/2014/main" id="{EB9C2CAA-E545-9427-32C9-88F8C92F1E71}"/>
              </a:ext>
            </a:extLst>
          </p:cNvPr>
          <p:cNvSpPr>
            <a:spLocks noGrp="1"/>
          </p:cNvSpPr>
          <p:nvPr>
            <p:ph type="sldNum" sz="quarter" idx="12"/>
          </p:nvPr>
        </p:nvSpPr>
        <p:spPr/>
        <p:txBody>
          <a:bodyPr/>
          <a:lstStyle>
            <a:lvl1pPr>
              <a:defRPr/>
            </a:lvl1pPr>
          </a:lstStyle>
          <a:p>
            <a:pPr>
              <a:defRPr/>
            </a:pPr>
            <a:fld id="{BF2DDE6A-ADEE-40C8-AEF8-0BCCD3082155}" type="slidenum">
              <a:rPr lang="en-IN" altLang="en-US"/>
              <a:pPr>
                <a:defRPr/>
              </a:pPr>
              <a:t>‹#›</a:t>
            </a:fld>
            <a:endParaRPr lang="en-IN" altLang="en-US"/>
          </a:p>
        </p:txBody>
      </p:sp>
    </p:spTree>
    <p:extLst>
      <p:ext uri="{BB962C8B-B14F-4D97-AF65-F5344CB8AC3E}">
        <p14:creationId xmlns:p14="http://schemas.microsoft.com/office/powerpoint/2010/main" val="4023907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IN"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id="{D5B44B13-04D9-62BF-DD73-C33E3749FBB4}"/>
              </a:ext>
            </a:extLst>
          </p:cNvPr>
          <p:cNvSpPr>
            <a:spLocks noGrp="1"/>
          </p:cNvSpPr>
          <p:nvPr>
            <p:ph type="dt" sz="half" idx="10"/>
          </p:nvPr>
        </p:nvSpPr>
        <p:spPr/>
        <p:txBody>
          <a:bodyPr/>
          <a:lstStyle>
            <a:lvl1pPr>
              <a:defRPr/>
            </a:lvl1pPr>
          </a:lstStyle>
          <a:p>
            <a:pPr>
              <a:defRPr/>
            </a:pPr>
            <a:fld id="{C7B20D12-8FA9-4F5D-9567-1A16B10FCB6D}" type="datetime1">
              <a:rPr lang="en-IN" smtClean="0"/>
              <a:t>02-01-2026</a:t>
            </a:fld>
            <a:endParaRPr lang="en-IN"/>
          </a:p>
        </p:txBody>
      </p:sp>
      <p:sp>
        <p:nvSpPr>
          <p:cNvPr id="6" name="Footer Placeholder 4">
            <a:extLst>
              <a:ext uri="{FF2B5EF4-FFF2-40B4-BE49-F238E27FC236}">
                <a16:creationId xmlns:a16="http://schemas.microsoft.com/office/drawing/2014/main" id="{E33EDD1C-1BAE-F6EF-1B6A-D7C1398E0584}"/>
              </a:ext>
            </a:extLst>
          </p:cNvPr>
          <p:cNvSpPr>
            <a:spLocks noGrp="1"/>
          </p:cNvSpPr>
          <p:nvPr>
            <p:ph type="ftr" sz="quarter" idx="11"/>
          </p:nvPr>
        </p:nvSpPr>
        <p:spPr/>
        <p:txBody>
          <a:bodyPr/>
          <a:lstStyle>
            <a:lvl1pPr>
              <a:defRPr/>
            </a:lvl1pPr>
          </a:lstStyle>
          <a:p>
            <a:pPr>
              <a:defRPr/>
            </a:pPr>
            <a:endParaRPr lang="en-IN"/>
          </a:p>
        </p:txBody>
      </p:sp>
      <p:sp>
        <p:nvSpPr>
          <p:cNvPr id="7" name="Slide Number Placeholder 5">
            <a:extLst>
              <a:ext uri="{FF2B5EF4-FFF2-40B4-BE49-F238E27FC236}">
                <a16:creationId xmlns:a16="http://schemas.microsoft.com/office/drawing/2014/main" id="{1442FDA9-2C42-3BAE-89AB-8487CD352A8F}"/>
              </a:ext>
            </a:extLst>
          </p:cNvPr>
          <p:cNvSpPr>
            <a:spLocks noGrp="1"/>
          </p:cNvSpPr>
          <p:nvPr>
            <p:ph type="sldNum" sz="quarter" idx="12"/>
          </p:nvPr>
        </p:nvSpPr>
        <p:spPr/>
        <p:txBody>
          <a:bodyPr/>
          <a:lstStyle>
            <a:lvl1pPr>
              <a:defRPr/>
            </a:lvl1pPr>
          </a:lstStyle>
          <a:p>
            <a:pPr>
              <a:defRPr/>
            </a:pPr>
            <a:fld id="{3BACB95E-9EC8-4DD2-8F9E-184D48D45D2B}" type="slidenum">
              <a:rPr lang="en-IN" altLang="en-US"/>
              <a:pPr>
                <a:defRPr/>
              </a:pPr>
              <a:t>‹#›</a:t>
            </a:fld>
            <a:endParaRPr lang="en-IN" altLang="en-US"/>
          </a:p>
        </p:txBody>
      </p:sp>
    </p:spTree>
    <p:extLst>
      <p:ext uri="{BB962C8B-B14F-4D97-AF65-F5344CB8AC3E}">
        <p14:creationId xmlns:p14="http://schemas.microsoft.com/office/powerpoint/2010/main" val="24621932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914F1B3-85C4-A572-C2E1-74E1CDA603AF}"/>
              </a:ext>
            </a:extLst>
          </p:cNvPr>
          <p:cNvSpPr>
            <a:spLocks noGrp="1"/>
          </p:cNvSpPr>
          <p:nvPr>
            <p:ph type="dt" sz="half" idx="10"/>
          </p:nvPr>
        </p:nvSpPr>
        <p:spPr/>
        <p:txBody>
          <a:bodyPr/>
          <a:lstStyle>
            <a:lvl1pPr>
              <a:defRPr/>
            </a:lvl1pPr>
          </a:lstStyle>
          <a:p>
            <a:pPr>
              <a:defRPr/>
            </a:pPr>
            <a:fld id="{1D6A2C5D-961A-405E-B0C7-619FD2E8FA2C}" type="datetime1">
              <a:rPr lang="en-IN" smtClean="0"/>
              <a:t>02-01-2026</a:t>
            </a:fld>
            <a:endParaRPr lang="en-IN"/>
          </a:p>
        </p:txBody>
      </p:sp>
      <p:sp>
        <p:nvSpPr>
          <p:cNvPr id="5" name="Footer Placeholder 4">
            <a:extLst>
              <a:ext uri="{FF2B5EF4-FFF2-40B4-BE49-F238E27FC236}">
                <a16:creationId xmlns:a16="http://schemas.microsoft.com/office/drawing/2014/main" id="{FDD0D7A9-9E1C-C5E5-A508-2E5FC32EA275}"/>
              </a:ext>
            </a:extLst>
          </p:cNvPr>
          <p:cNvSpPr>
            <a:spLocks noGrp="1"/>
          </p:cNvSpPr>
          <p:nvPr>
            <p:ph type="ftr" sz="quarter" idx="11"/>
          </p:nvPr>
        </p:nvSpPr>
        <p:spPr/>
        <p:txBody>
          <a:bodyPr/>
          <a:lstStyle>
            <a:lvl1pPr>
              <a:defRPr/>
            </a:lvl1pPr>
          </a:lstStyle>
          <a:p>
            <a:pPr>
              <a:defRPr/>
            </a:pPr>
            <a:endParaRPr lang="en-IN"/>
          </a:p>
        </p:txBody>
      </p:sp>
      <p:sp>
        <p:nvSpPr>
          <p:cNvPr id="6" name="Slide Number Placeholder 5">
            <a:extLst>
              <a:ext uri="{FF2B5EF4-FFF2-40B4-BE49-F238E27FC236}">
                <a16:creationId xmlns:a16="http://schemas.microsoft.com/office/drawing/2014/main" id="{E6B2D699-6AB3-9E7F-9E76-162C6B9304D9}"/>
              </a:ext>
            </a:extLst>
          </p:cNvPr>
          <p:cNvSpPr>
            <a:spLocks noGrp="1"/>
          </p:cNvSpPr>
          <p:nvPr>
            <p:ph type="sldNum" sz="quarter" idx="12"/>
          </p:nvPr>
        </p:nvSpPr>
        <p:spPr/>
        <p:txBody>
          <a:bodyPr/>
          <a:lstStyle>
            <a:lvl1pPr>
              <a:defRPr/>
            </a:lvl1pPr>
          </a:lstStyle>
          <a:p>
            <a:pPr>
              <a:defRPr/>
            </a:pPr>
            <a:fld id="{9B6F6312-97EA-4ABA-95EC-535DA22E4972}" type="slidenum">
              <a:rPr lang="en-IN" altLang="en-US"/>
              <a:pPr>
                <a:defRPr/>
              </a:pPr>
              <a:t>‹#›</a:t>
            </a:fld>
            <a:endParaRPr lang="en-IN" altLang="en-US"/>
          </a:p>
        </p:txBody>
      </p:sp>
    </p:spTree>
    <p:extLst>
      <p:ext uri="{BB962C8B-B14F-4D97-AF65-F5344CB8AC3E}">
        <p14:creationId xmlns:p14="http://schemas.microsoft.com/office/powerpoint/2010/main" val="32058812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5B0969C-D83B-06A3-C32F-1F91445772BF}"/>
              </a:ext>
            </a:extLst>
          </p:cNvPr>
          <p:cNvSpPr>
            <a:spLocks noGrp="1"/>
          </p:cNvSpPr>
          <p:nvPr>
            <p:ph type="dt" sz="half" idx="10"/>
          </p:nvPr>
        </p:nvSpPr>
        <p:spPr/>
        <p:txBody>
          <a:bodyPr/>
          <a:lstStyle>
            <a:lvl1pPr>
              <a:defRPr/>
            </a:lvl1pPr>
          </a:lstStyle>
          <a:p>
            <a:pPr>
              <a:defRPr/>
            </a:pPr>
            <a:fld id="{806CE8E2-6CE7-423F-B21E-188B0E5F638A}" type="datetime1">
              <a:rPr lang="en-IN" smtClean="0"/>
              <a:t>02-01-2026</a:t>
            </a:fld>
            <a:endParaRPr lang="en-IN"/>
          </a:p>
        </p:txBody>
      </p:sp>
      <p:sp>
        <p:nvSpPr>
          <p:cNvPr id="5" name="Footer Placeholder 4">
            <a:extLst>
              <a:ext uri="{FF2B5EF4-FFF2-40B4-BE49-F238E27FC236}">
                <a16:creationId xmlns:a16="http://schemas.microsoft.com/office/drawing/2014/main" id="{16A86CE3-E7A1-BB84-D480-22DA0EECE696}"/>
              </a:ext>
            </a:extLst>
          </p:cNvPr>
          <p:cNvSpPr>
            <a:spLocks noGrp="1"/>
          </p:cNvSpPr>
          <p:nvPr>
            <p:ph type="ftr" sz="quarter" idx="11"/>
          </p:nvPr>
        </p:nvSpPr>
        <p:spPr/>
        <p:txBody>
          <a:bodyPr/>
          <a:lstStyle>
            <a:lvl1pPr>
              <a:defRPr/>
            </a:lvl1pPr>
          </a:lstStyle>
          <a:p>
            <a:pPr>
              <a:defRPr/>
            </a:pPr>
            <a:endParaRPr lang="en-IN"/>
          </a:p>
        </p:txBody>
      </p:sp>
      <p:sp>
        <p:nvSpPr>
          <p:cNvPr id="6" name="Slide Number Placeholder 5">
            <a:extLst>
              <a:ext uri="{FF2B5EF4-FFF2-40B4-BE49-F238E27FC236}">
                <a16:creationId xmlns:a16="http://schemas.microsoft.com/office/drawing/2014/main" id="{B9243C7E-0DCB-F607-9465-8AFC13E285BC}"/>
              </a:ext>
            </a:extLst>
          </p:cNvPr>
          <p:cNvSpPr>
            <a:spLocks noGrp="1"/>
          </p:cNvSpPr>
          <p:nvPr>
            <p:ph type="sldNum" sz="quarter" idx="12"/>
          </p:nvPr>
        </p:nvSpPr>
        <p:spPr/>
        <p:txBody>
          <a:bodyPr/>
          <a:lstStyle>
            <a:lvl1pPr>
              <a:defRPr/>
            </a:lvl1pPr>
          </a:lstStyle>
          <a:p>
            <a:pPr>
              <a:defRPr/>
            </a:pPr>
            <a:fld id="{6E4F555E-ED92-4460-AC42-C782FDAEBE1B}" type="slidenum">
              <a:rPr lang="en-IN" altLang="en-US"/>
              <a:pPr>
                <a:defRPr/>
              </a:pPr>
              <a:t>‹#›</a:t>
            </a:fld>
            <a:endParaRPr lang="en-IN" altLang="en-US"/>
          </a:p>
        </p:txBody>
      </p:sp>
    </p:spTree>
    <p:extLst>
      <p:ext uri="{BB962C8B-B14F-4D97-AF65-F5344CB8AC3E}">
        <p14:creationId xmlns:p14="http://schemas.microsoft.com/office/powerpoint/2010/main" val="90028527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a:extLst>
              <a:ext uri="{FF2B5EF4-FFF2-40B4-BE49-F238E27FC236}">
                <a16:creationId xmlns:a16="http://schemas.microsoft.com/office/drawing/2014/main" id="{F5A08DD0-18F9-C1C4-703C-85C8A686A54A}"/>
              </a:ext>
            </a:extLst>
          </p:cNvPr>
          <p:cNvSpPr>
            <a:spLocks noGrp="1"/>
          </p:cNvSpPr>
          <p:nvPr>
            <p:ph type="dt" sz="half" idx="10"/>
          </p:nvPr>
        </p:nvSpPr>
        <p:spPr/>
        <p:txBody>
          <a:bodyPr/>
          <a:lstStyle>
            <a:lvl1pPr>
              <a:defRPr/>
            </a:lvl1pPr>
          </a:lstStyle>
          <a:p>
            <a:pPr>
              <a:defRPr/>
            </a:pPr>
            <a:fld id="{F5624D74-EE6B-4FF9-A799-8F890457A95F}" type="datetime1">
              <a:rPr lang="en-IN" smtClean="0"/>
              <a:t>02-01-2026</a:t>
            </a:fld>
            <a:endParaRPr lang="en-US"/>
          </a:p>
        </p:txBody>
      </p:sp>
      <p:sp>
        <p:nvSpPr>
          <p:cNvPr id="5" name="Footer Placeholder 4">
            <a:extLst>
              <a:ext uri="{FF2B5EF4-FFF2-40B4-BE49-F238E27FC236}">
                <a16:creationId xmlns:a16="http://schemas.microsoft.com/office/drawing/2014/main" id="{A8B59E0B-5569-7A2A-8B5D-D2C3563B806B}"/>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2BB8F994-5D5C-9576-BA89-9AD1F13B1FD5}"/>
              </a:ext>
            </a:extLst>
          </p:cNvPr>
          <p:cNvSpPr>
            <a:spLocks noGrp="1"/>
          </p:cNvSpPr>
          <p:nvPr>
            <p:ph type="sldNum" sz="quarter" idx="12"/>
          </p:nvPr>
        </p:nvSpPr>
        <p:spPr/>
        <p:txBody>
          <a:bodyPr/>
          <a:lstStyle>
            <a:lvl1pPr>
              <a:defRPr/>
            </a:lvl1pPr>
          </a:lstStyle>
          <a:p>
            <a:pPr>
              <a:defRPr/>
            </a:pPr>
            <a:fld id="{34448360-F2C9-484B-BFDB-1590BB5961F4}" type="slidenum">
              <a:rPr lang="en-US" altLang="en-US"/>
              <a:pPr>
                <a:defRPr/>
              </a:pPr>
              <a:t>‹#›</a:t>
            </a:fld>
            <a:endParaRPr lang="en-US" altLang="en-US"/>
          </a:p>
        </p:txBody>
      </p:sp>
    </p:spTree>
    <p:extLst>
      <p:ext uri="{BB962C8B-B14F-4D97-AF65-F5344CB8AC3E}">
        <p14:creationId xmlns:p14="http://schemas.microsoft.com/office/powerpoint/2010/main" val="348627496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E6F6BBE-3A35-22BB-56B8-1F63D2B3B68A}"/>
              </a:ext>
            </a:extLst>
          </p:cNvPr>
          <p:cNvSpPr>
            <a:spLocks noGrp="1"/>
          </p:cNvSpPr>
          <p:nvPr>
            <p:ph type="dt" sz="half" idx="10"/>
          </p:nvPr>
        </p:nvSpPr>
        <p:spPr/>
        <p:txBody>
          <a:bodyPr/>
          <a:lstStyle>
            <a:lvl1pPr>
              <a:defRPr/>
            </a:lvl1pPr>
          </a:lstStyle>
          <a:p>
            <a:pPr>
              <a:defRPr/>
            </a:pPr>
            <a:fld id="{50CE3DA1-1E2F-4A25-AA44-346356EADAD0}" type="datetime1">
              <a:rPr lang="en-IN" smtClean="0"/>
              <a:t>02-01-2026</a:t>
            </a:fld>
            <a:endParaRPr lang="en-US"/>
          </a:p>
        </p:txBody>
      </p:sp>
      <p:sp>
        <p:nvSpPr>
          <p:cNvPr id="5" name="Footer Placeholder 4">
            <a:extLst>
              <a:ext uri="{FF2B5EF4-FFF2-40B4-BE49-F238E27FC236}">
                <a16:creationId xmlns:a16="http://schemas.microsoft.com/office/drawing/2014/main" id="{9C7D5FCD-F33E-1A32-7536-3214E8A479A4}"/>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F300A50A-7FD0-DB6C-90EB-B0618BC69B06}"/>
              </a:ext>
            </a:extLst>
          </p:cNvPr>
          <p:cNvSpPr>
            <a:spLocks noGrp="1"/>
          </p:cNvSpPr>
          <p:nvPr>
            <p:ph type="sldNum" sz="quarter" idx="12"/>
          </p:nvPr>
        </p:nvSpPr>
        <p:spPr/>
        <p:txBody>
          <a:bodyPr/>
          <a:lstStyle>
            <a:lvl1pPr>
              <a:defRPr/>
            </a:lvl1pPr>
          </a:lstStyle>
          <a:p>
            <a:pPr>
              <a:defRPr/>
            </a:pPr>
            <a:fld id="{E113549D-5E3D-443F-83C5-99A51A0DB440}" type="slidenum">
              <a:rPr lang="en-US" altLang="en-US"/>
              <a:pPr>
                <a:defRPr/>
              </a:pPr>
              <a:t>‹#›</a:t>
            </a:fld>
            <a:endParaRPr lang="en-US" altLang="en-US"/>
          </a:p>
        </p:txBody>
      </p:sp>
    </p:spTree>
    <p:extLst>
      <p:ext uri="{BB962C8B-B14F-4D97-AF65-F5344CB8AC3E}">
        <p14:creationId xmlns:p14="http://schemas.microsoft.com/office/powerpoint/2010/main" val="91017464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EEE0408-BC6A-5C26-ACD6-F67B00E4D817}"/>
              </a:ext>
            </a:extLst>
          </p:cNvPr>
          <p:cNvSpPr>
            <a:spLocks noGrp="1"/>
          </p:cNvSpPr>
          <p:nvPr>
            <p:ph type="dt" sz="half" idx="10"/>
          </p:nvPr>
        </p:nvSpPr>
        <p:spPr/>
        <p:txBody>
          <a:bodyPr/>
          <a:lstStyle>
            <a:lvl1pPr>
              <a:defRPr/>
            </a:lvl1pPr>
          </a:lstStyle>
          <a:p>
            <a:pPr>
              <a:defRPr/>
            </a:pPr>
            <a:fld id="{FFA766E2-ECEA-4BB7-8362-929F41893B6A}" type="datetime1">
              <a:rPr lang="en-IN" smtClean="0"/>
              <a:t>02-01-2026</a:t>
            </a:fld>
            <a:endParaRPr lang="en-US"/>
          </a:p>
        </p:txBody>
      </p:sp>
      <p:sp>
        <p:nvSpPr>
          <p:cNvPr id="5" name="Footer Placeholder 4">
            <a:extLst>
              <a:ext uri="{FF2B5EF4-FFF2-40B4-BE49-F238E27FC236}">
                <a16:creationId xmlns:a16="http://schemas.microsoft.com/office/drawing/2014/main" id="{F71CD64E-B8E8-4A72-F5EB-5CED84CCA8B6}"/>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FB6BE31A-C69F-239D-1D4F-10CE3B0C35D3}"/>
              </a:ext>
            </a:extLst>
          </p:cNvPr>
          <p:cNvSpPr>
            <a:spLocks noGrp="1"/>
          </p:cNvSpPr>
          <p:nvPr>
            <p:ph type="sldNum" sz="quarter" idx="12"/>
          </p:nvPr>
        </p:nvSpPr>
        <p:spPr/>
        <p:txBody>
          <a:bodyPr/>
          <a:lstStyle>
            <a:lvl1pPr>
              <a:defRPr/>
            </a:lvl1pPr>
          </a:lstStyle>
          <a:p>
            <a:pPr>
              <a:defRPr/>
            </a:pPr>
            <a:fld id="{03DA457C-6DCA-4504-9E0D-4879826983D4}" type="slidenum">
              <a:rPr lang="en-US" altLang="en-US"/>
              <a:pPr>
                <a:defRPr/>
              </a:pPr>
              <a:t>‹#›</a:t>
            </a:fld>
            <a:endParaRPr lang="en-US" altLang="en-US"/>
          </a:p>
        </p:txBody>
      </p:sp>
    </p:spTree>
    <p:extLst>
      <p:ext uri="{BB962C8B-B14F-4D97-AF65-F5344CB8AC3E}">
        <p14:creationId xmlns:p14="http://schemas.microsoft.com/office/powerpoint/2010/main" val="218902974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a:extLst>
              <a:ext uri="{FF2B5EF4-FFF2-40B4-BE49-F238E27FC236}">
                <a16:creationId xmlns:a16="http://schemas.microsoft.com/office/drawing/2014/main" id="{B0B5175C-C6B2-3E9F-6631-CBD3F2DFF875}"/>
              </a:ext>
            </a:extLst>
          </p:cNvPr>
          <p:cNvSpPr>
            <a:spLocks noGrp="1"/>
          </p:cNvSpPr>
          <p:nvPr>
            <p:ph type="dt" sz="half" idx="10"/>
          </p:nvPr>
        </p:nvSpPr>
        <p:spPr/>
        <p:txBody>
          <a:bodyPr/>
          <a:lstStyle>
            <a:lvl1pPr>
              <a:defRPr/>
            </a:lvl1pPr>
          </a:lstStyle>
          <a:p>
            <a:pPr>
              <a:defRPr/>
            </a:pPr>
            <a:fld id="{5929B2B0-C28A-479E-AC33-B8EEABC2D241}" type="datetime1">
              <a:rPr lang="en-IN" smtClean="0"/>
              <a:t>02-01-2026</a:t>
            </a:fld>
            <a:endParaRPr lang="en-US"/>
          </a:p>
        </p:txBody>
      </p:sp>
      <p:sp>
        <p:nvSpPr>
          <p:cNvPr id="6" name="Footer Placeholder 4">
            <a:extLst>
              <a:ext uri="{FF2B5EF4-FFF2-40B4-BE49-F238E27FC236}">
                <a16:creationId xmlns:a16="http://schemas.microsoft.com/office/drawing/2014/main" id="{D0C30557-F614-7BC0-263F-265D4A015BC2}"/>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4CC46679-DEAE-6B1F-0B87-ED3C812473A0}"/>
              </a:ext>
            </a:extLst>
          </p:cNvPr>
          <p:cNvSpPr>
            <a:spLocks noGrp="1"/>
          </p:cNvSpPr>
          <p:nvPr>
            <p:ph type="sldNum" sz="quarter" idx="12"/>
          </p:nvPr>
        </p:nvSpPr>
        <p:spPr/>
        <p:txBody>
          <a:bodyPr/>
          <a:lstStyle>
            <a:lvl1pPr>
              <a:defRPr/>
            </a:lvl1pPr>
          </a:lstStyle>
          <a:p>
            <a:pPr>
              <a:defRPr/>
            </a:pPr>
            <a:fld id="{947EBF60-FE22-4E26-8A0A-90DE0F7FCAC5}" type="slidenum">
              <a:rPr lang="en-US" altLang="en-US"/>
              <a:pPr>
                <a:defRPr/>
              </a:pPr>
              <a:t>‹#›</a:t>
            </a:fld>
            <a:endParaRPr lang="en-US" altLang="en-US"/>
          </a:p>
        </p:txBody>
      </p:sp>
    </p:spTree>
    <p:extLst>
      <p:ext uri="{BB962C8B-B14F-4D97-AF65-F5344CB8AC3E}">
        <p14:creationId xmlns:p14="http://schemas.microsoft.com/office/powerpoint/2010/main" val="402025089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a:extLst>
              <a:ext uri="{FF2B5EF4-FFF2-40B4-BE49-F238E27FC236}">
                <a16:creationId xmlns:a16="http://schemas.microsoft.com/office/drawing/2014/main" id="{B8AA7BAC-BF76-AC83-1CAB-9345A6116999}"/>
              </a:ext>
            </a:extLst>
          </p:cNvPr>
          <p:cNvSpPr>
            <a:spLocks noGrp="1"/>
          </p:cNvSpPr>
          <p:nvPr>
            <p:ph type="dt" sz="half" idx="10"/>
          </p:nvPr>
        </p:nvSpPr>
        <p:spPr/>
        <p:txBody>
          <a:bodyPr/>
          <a:lstStyle>
            <a:lvl1pPr>
              <a:defRPr/>
            </a:lvl1pPr>
          </a:lstStyle>
          <a:p>
            <a:pPr>
              <a:defRPr/>
            </a:pPr>
            <a:fld id="{A72DF3B9-B326-4DEE-852D-4EEFBD6FF51C}" type="datetime1">
              <a:rPr lang="en-IN" smtClean="0"/>
              <a:t>02-01-2026</a:t>
            </a:fld>
            <a:endParaRPr lang="en-US"/>
          </a:p>
        </p:txBody>
      </p:sp>
      <p:sp>
        <p:nvSpPr>
          <p:cNvPr id="8" name="Footer Placeholder 4">
            <a:extLst>
              <a:ext uri="{FF2B5EF4-FFF2-40B4-BE49-F238E27FC236}">
                <a16:creationId xmlns:a16="http://schemas.microsoft.com/office/drawing/2014/main" id="{E0DA638D-7CC4-1220-7809-01D1FB8268B7}"/>
              </a:ext>
            </a:extLst>
          </p:cNvPr>
          <p:cNvSpPr>
            <a:spLocks noGrp="1"/>
          </p:cNvSpPr>
          <p:nvPr>
            <p:ph type="ftr" sz="quarter" idx="11"/>
          </p:nvPr>
        </p:nvSpPr>
        <p:spPr/>
        <p:txBody>
          <a:bodyPr/>
          <a:lstStyle>
            <a:lvl1pPr>
              <a:defRPr/>
            </a:lvl1pPr>
          </a:lstStyle>
          <a:p>
            <a:pPr>
              <a:defRPr/>
            </a:pPr>
            <a:endParaRPr lang="en-US"/>
          </a:p>
        </p:txBody>
      </p:sp>
      <p:sp>
        <p:nvSpPr>
          <p:cNvPr id="9" name="Slide Number Placeholder 5">
            <a:extLst>
              <a:ext uri="{FF2B5EF4-FFF2-40B4-BE49-F238E27FC236}">
                <a16:creationId xmlns:a16="http://schemas.microsoft.com/office/drawing/2014/main" id="{FC502C58-EF1F-B6F4-59B2-E168A34C40D7}"/>
              </a:ext>
            </a:extLst>
          </p:cNvPr>
          <p:cNvSpPr>
            <a:spLocks noGrp="1"/>
          </p:cNvSpPr>
          <p:nvPr>
            <p:ph type="sldNum" sz="quarter" idx="12"/>
          </p:nvPr>
        </p:nvSpPr>
        <p:spPr/>
        <p:txBody>
          <a:bodyPr/>
          <a:lstStyle>
            <a:lvl1pPr>
              <a:defRPr/>
            </a:lvl1pPr>
          </a:lstStyle>
          <a:p>
            <a:pPr>
              <a:defRPr/>
            </a:pPr>
            <a:fld id="{542DE11D-8E21-4069-9C4D-78F01BFF28AC}" type="slidenum">
              <a:rPr lang="en-US" altLang="en-US"/>
              <a:pPr>
                <a:defRPr/>
              </a:pPr>
              <a:t>‹#›</a:t>
            </a:fld>
            <a:endParaRPr lang="en-US" altLang="en-US"/>
          </a:p>
        </p:txBody>
      </p:sp>
    </p:spTree>
    <p:extLst>
      <p:ext uri="{BB962C8B-B14F-4D97-AF65-F5344CB8AC3E}">
        <p14:creationId xmlns:p14="http://schemas.microsoft.com/office/powerpoint/2010/main" val="207200313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a:extLst>
              <a:ext uri="{FF2B5EF4-FFF2-40B4-BE49-F238E27FC236}">
                <a16:creationId xmlns:a16="http://schemas.microsoft.com/office/drawing/2014/main" id="{FAEFABA8-D04F-EFF2-2C82-E3C45C360DC5}"/>
              </a:ext>
            </a:extLst>
          </p:cNvPr>
          <p:cNvSpPr>
            <a:spLocks noGrp="1"/>
          </p:cNvSpPr>
          <p:nvPr>
            <p:ph type="dt" sz="half" idx="10"/>
          </p:nvPr>
        </p:nvSpPr>
        <p:spPr/>
        <p:txBody>
          <a:bodyPr/>
          <a:lstStyle>
            <a:lvl1pPr>
              <a:defRPr/>
            </a:lvl1pPr>
          </a:lstStyle>
          <a:p>
            <a:pPr>
              <a:defRPr/>
            </a:pPr>
            <a:fld id="{B6E72107-8551-49A3-9023-8BDA37612D05}" type="datetime1">
              <a:rPr lang="en-IN" smtClean="0"/>
              <a:t>02-01-2026</a:t>
            </a:fld>
            <a:endParaRPr lang="en-US"/>
          </a:p>
        </p:txBody>
      </p:sp>
      <p:sp>
        <p:nvSpPr>
          <p:cNvPr id="4" name="Footer Placeholder 4">
            <a:extLst>
              <a:ext uri="{FF2B5EF4-FFF2-40B4-BE49-F238E27FC236}">
                <a16:creationId xmlns:a16="http://schemas.microsoft.com/office/drawing/2014/main" id="{B31D26A3-7F4E-C5A9-FB9E-DA55FF499B69}"/>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5">
            <a:extLst>
              <a:ext uri="{FF2B5EF4-FFF2-40B4-BE49-F238E27FC236}">
                <a16:creationId xmlns:a16="http://schemas.microsoft.com/office/drawing/2014/main" id="{FF9A39FD-109A-1235-1AED-B1AD3CCC37C2}"/>
              </a:ext>
            </a:extLst>
          </p:cNvPr>
          <p:cNvSpPr>
            <a:spLocks noGrp="1"/>
          </p:cNvSpPr>
          <p:nvPr>
            <p:ph type="sldNum" sz="quarter" idx="12"/>
          </p:nvPr>
        </p:nvSpPr>
        <p:spPr/>
        <p:txBody>
          <a:bodyPr/>
          <a:lstStyle>
            <a:lvl1pPr>
              <a:defRPr/>
            </a:lvl1pPr>
          </a:lstStyle>
          <a:p>
            <a:pPr>
              <a:defRPr/>
            </a:pPr>
            <a:fld id="{2FAE3FE2-776E-4147-B362-FD60D7692217}" type="slidenum">
              <a:rPr lang="en-US" altLang="en-US"/>
              <a:pPr>
                <a:defRPr/>
              </a:pPr>
              <a:t>‹#›</a:t>
            </a:fld>
            <a:endParaRPr lang="en-US" altLang="en-US"/>
          </a:p>
        </p:txBody>
      </p:sp>
    </p:spTree>
    <p:extLst>
      <p:ext uri="{BB962C8B-B14F-4D97-AF65-F5344CB8AC3E}">
        <p14:creationId xmlns:p14="http://schemas.microsoft.com/office/powerpoint/2010/main" val="315386990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0C62EC14-0F7E-C007-EAEC-3A45F374635F}"/>
              </a:ext>
            </a:extLst>
          </p:cNvPr>
          <p:cNvSpPr>
            <a:spLocks noGrp="1"/>
          </p:cNvSpPr>
          <p:nvPr>
            <p:ph type="dt" sz="half" idx="10"/>
          </p:nvPr>
        </p:nvSpPr>
        <p:spPr/>
        <p:txBody>
          <a:bodyPr/>
          <a:lstStyle>
            <a:lvl1pPr>
              <a:defRPr/>
            </a:lvl1pPr>
          </a:lstStyle>
          <a:p>
            <a:pPr>
              <a:defRPr/>
            </a:pPr>
            <a:fld id="{8B6483BE-1757-4B84-9889-1960FF4E8CEE}" type="datetime1">
              <a:rPr lang="en-IN" smtClean="0"/>
              <a:t>02-01-2026</a:t>
            </a:fld>
            <a:endParaRPr lang="en-US"/>
          </a:p>
        </p:txBody>
      </p:sp>
      <p:sp>
        <p:nvSpPr>
          <p:cNvPr id="3" name="Footer Placeholder 4">
            <a:extLst>
              <a:ext uri="{FF2B5EF4-FFF2-40B4-BE49-F238E27FC236}">
                <a16:creationId xmlns:a16="http://schemas.microsoft.com/office/drawing/2014/main" id="{1886335E-7F74-63F2-1C0C-6547606B6285}"/>
              </a:ext>
            </a:extLst>
          </p:cNvPr>
          <p:cNvSpPr>
            <a:spLocks noGrp="1"/>
          </p:cNvSpPr>
          <p:nvPr>
            <p:ph type="ftr" sz="quarter" idx="11"/>
          </p:nvPr>
        </p:nvSpPr>
        <p:spPr/>
        <p:txBody>
          <a:bodyPr/>
          <a:lstStyle>
            <a:lvl1pPr>
              <a:defRPr/>
            </a:lvl1pPr>
          </a:lstStyle>
          <a:p>
            <a:pPr>
              <a:defRPr/>
            </a:pPr>
            <a:endParaRPr lang="en-US"/>
          </a:p>
        </p:txBody>
      </p:sp>
      <p:sp>
        <p:nvSpPr>
          <p:cNvPr id="4" name="Slide Number Placeholder 5">
            <a:extLst>
              <a:ext uri="{FF2B5EF4-FFF2-40B4-BE49-F238E27FC236}">
                <a16:creationId xmlns:a16="http://schemas.microsoft.com/office/drawing/2014/main" id="{FE1A01F3-7ADE-5EA4-5C03-A562A7975F32}"/>
              </a:ext>
            </a:extLst>
          </p:cNvPr>
          <p:cNvSpPr>
            <a:spLocks noGrp="1"/>
          </p:cNvSpPr>
          <p:nvPr>
            <p:ph type="sldNum" sz="quarter" idx="12"/>
          </p:nvPr>
        </p:nvSpPr>
        <p:spPr/>
        <p:txBody>
          <a:bodyPr/>
          <a:lstStyle>
            <a:lvl1pPr>
              <a:defRPr/>
            </a:lvl1pPr>
          </a:lstStyle>
          <a:p>
            <a:pPr>
              <a:defRPr/>
            </a:pPr>
            <a:fld id="{F5EACB22-D1C4-4B00-9A24-292D13122811}" type="slidenum">
              <a:rPr lang="en-US" altLang="en-US"/>
              <a:pPr>
                <a:defRPr/>
              </a:pPr>
              <a:t>‹#›</a:t>
            </a:fld>
            <a:endParaRPr lang="en-US" altLang="en-US"/>
          </a:p>
        </p:txBody>
      </p:sp>
    </p:spTree>
    <p:extLst>
      <p:ext uri="{BB962C8B-B14F-4D97-AF65-F5344CB8AC3E}">
        <p14:creationId xmlns:p14="http://schemas.microsoft.com/office/powerpoint/2010/main" val="173597225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id="{2BC9C00E-879F-A280-719B-3D4081A7FEDC}"/>
              </a:ext>
            </a:extLst>
          </p:cNvPr>
          <p:cNvSpPr>
            <a:spLocks noGrp="1"/>
          </p:cNvSpPr>
          <p:nvPr>
            <p:ph type="dt" sz="half" idx="10"/>
          </p:nvPr>
        </p:nvSpPr>
        <p:spPr/>
        <p:txBody>
          <a:bodyPr/>
          <a:lstStyle>
            <a:lvl1pPr>
              <a:defRPr/>
            </a:lvl1pPr>
          </a:lstStyle>
          <a:p>
            <a:pPr>
              <a:defRPr/>
            </a:pPr>
            <a:fld id="{E4D9C8DD-4351-43E3-B0C6-D38B645920DD}" type="datetime1">
              <a:rPr lang="en-IN" smtClean="0"/>
              <a:t>02-01-2026</a:t>
            </a:fld>
            <a:endParaRPr lang="en-US"/>
          </a:p>
        </p:txBody>
      </p:sp>
      <p:sp>
        <p:nvSpPr>
          <p:cNvPr id="6" name="Footer Placeholder 4">
            <a:extLst>
              <a:ext uri="{FF2B5EF4-FFF2-40B4-BE49-F238E27FC236}">
                <a16:creationId xmlns:a16="http://schemas.microsoft.com/office/drawing/2014/main" id="{87EBE8B3-4758-EAF2-B260-6A11B2A92DC0}"/>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884D878E-29C3-4921-2DAC-7F06CB801CCA}"/>
              </a:ext>
            </a:extLst>
          </p:cNvPr>
          <p:cNvSpPr>
            <a:spLocks noGrp="1"/>
          </p:cNvSpPr>
          <p:nvPr>
            <p:ph type="sldNum" sz="quarter" idx="12"/>
          </p:nvPr>
        </p:nvSpPr>
        <p:spPr/>
        <p:txBody>
          <a:bodyPr/>
          <a:lstStyle>
            <a:lvl1pPr>
              <a:defRPr/>
            </a:lvl1pPr>
          </a:lstStyle>
          <a:p>
            <a:pPr>
              <a:defRPr/>
            </a:pPr>
            <a:fld id="{53BA2DAE-2EED-44D3-80FB-576DC4F230B4}" type="slidenum">
              <a:rPr lang="en-US" altLang="en-US"/>
              <a:pPr>
                <a:defRPr/>
              </a:pPr>
              <a:t>‹#›</a:t>
            </a:fld>
            <a:endParaRPr lang="en-US" altLang="en-US"/>
          </a:p>
        </p:txBody>
      </p:sp>
    </p:spTree>
    <p:extLst>
      <p:ext uri="{BB962C8B-B14F-4D97-AF65-F5344CB8AC3E}">
        <p14:creationId xmlns:p14="http://schemas.microsoft.com/office/powerpoint/2010/main" val="109323202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id="{2EE3D56D-E088-AC0F-E07E-B2288B37F5A9}"/>
              </a:ext>
            </a:extLst>
          </p:cNvPr>
          <p:cNvSpPr>
            <a:spLocks noGrp="1"/>
          </p:cNvSpPr>
          <p:nvPr>
            <p:ph type="dt" sz="half" idx="10"/>
          </p:nvPr>
        </p:nvSpPr>
        <p:spPr/>
        <p:txBody>
          <a:bodyPr/>
          <a:lstStyle>
            <a:lvl1pPr>
              <a:defRPr/>
            </a:lvl1pPr>
          </a:lstStyle>
          <a:p>
            <a:pPr>
              <a:defRPr/>
            </a:pPr>
            <a:fld id="{1DAF4240-9A89-4A90-B9D8-3258107E0FAC}" type="datetime1">
              <a:rPr lang="en-IN" smtClean="0"/>
              <a:t>02-01-2026</a:t>
            </a:fld>
            <a:endParaRPr lang="en-US"/>
          </a:p>
        </p:txBody>
      </p:sp>
      <p:sp>
        <p:nvSpPr>
          <p:cNvPr id="6" name="Footer Placeholder 4">
            <a:extLst>
              <a:ext uri="{FF2B5EF4-FFF2-40B4-BE49-F238E27FC236}">
                <a16:creationId xmlns:a16="http://schemas.microsoft.com/office/drawing/2014/main" id="{B1EA7BD2-0045-8A83-896F-F4323DD329DF}"/>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151B99BE-13F6-BF98-1900-32EED4248C13}"/>
              </a:ext>
            </a:extLst>
          </p:cNvPr>
          <p:cNvSpPr>
            <a:spLocks noGrp="1"/>
          </p:cNvSpPr>
          <p:nvPr>
            <p:ph type="sldNum" sz="quarter" idx="12"/>
          </p:nvPr>
        </p:nvSpPr>
        <p:spPr/>
        <p:txBody>
          <a:bodyPr/>
          <a:lstStyle>
            <a:lvl1pPr>
              <a:defRPr/>
            </a:lvl1pPr>
          </a:lstStyle>
          <a:p>
            <a:pPr>
              <a:defRPr/>
            </a:pPr>
            <a:fld id="{C78FAB1E-7D33-454F-B227-8FD7D27DF73C}" type="slidenum">
              <a:rPr lang="en-US" altLang="en-US"/>
              <a:pPr>
                <a:defRPr/>
              </a:pPr>
              <a:t>‹#›</a:t>
            </a:fld>
            <a:endParaRPr lang="en-US" altLang="en-US"/>
          </a:p>
        </p:txBody>
      </p:sp>
    </p:spTree>
    <p:extLst>
      <p:ext uri="{BB962C8B-B14F-4D97-AF65-F5344CB8AC3E}">
        <p14:creationId xmlns:p14="http://schemas.microsoft.com/office/powerpoint/2010/main" val="418008467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5847C67-EF4F-BB70-9EF4-A73C543D22C0}"/>
              </a:ext>
            </a:extLst>
          </p:cNvPr>
          <p:cNvSpPr>
            <a:spLocks noGrp="1"/>
          </p:cNvSpPr>
          <p:nvPr>
            <p:ph type="dt" sz="half" idx="10"/>
          </p:nvPr>
        </p:nvSpPr>
        <p:spPr/>
        <p:txBody>
          <a:bodyPr/>
          <a:lstStyle>
            <a:lvl1pPr>
              <a:defRPr/>
            </a:lvl1pPr>
          </a:lstStyle>
          <a:p>
            <a:pPr>
              <a:defRPr/>
            </a:pPr>
            <a:fld id="{F561C650-491B-48B9-8CB8-6DF36B8FD6B7}" type="datetime1">
              <a:rPr lang="en-IN" smtClean="0"/>
              <a:t>02-01-2026</a:t>
            </a:fld>
            <a:endParaRPr lang="en-US"/>
          </a:p>
        </p:txBody>
      </p:sp>
      <p:sp>
        <p:nvSpPr>
          <p:cNvPr id="5" name="Footer Placeholder 4">
            <a:extLst>
              <a:ext uri="{FF2B5EF4-FFF2-40B4-BE49-F238E27FC236}">
                <a16:creationId xmlns:a16="http://schemas.microsoft.com/office/drawing/2014/main" id="{70492D38-6C48-3ACD-FA8C-CC946B0CD8F5}"/>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7E6422CE-1F6D-3480-5F31-2A894F99BB10}"/>
              </a:ext>
            </a:extLst>
          </p:cNvPr>
          <p:cNvSpPr>
            <a:spLocks noGrp="1"/>
          </p:cNvSpPr>
          <p:nvPr>
            <p:ph type="sldNum" sz="quarter" idx="12"/>
          </p:nvPr>
        </p:nvSpPr>
        <p:spPr/>
        <p:txBody>
          <a:bodyPr/>
          <a:lstStyle>
            <a:lvl1pPr>
              <a:defRPr/>
            </a:lvl1pPr>
          </a:lstStyle>
          <a:p>
            <a:pPr>
              <a:defRPr/>
            </a:pPr>
            <a:fld id="{4EE08E03-1020-438F-89C6-960573060072}" type="slidenum">
              <a:rPr lang="en-US" altLang="en-US"/>
              <a:pPr>
                <a:defRPr/>
              </a:pPr>
              <a:t>‹#›</a:t>
            </a:fld>
            <a:endParaRPr lang="en-US" altLang="en-US"/>
          </a:p>
        </p:txBody>
      </p:sp>
    </p:spTree>
    <p:extLst>
      <p:ext uri="{BB962C8B-B14F-4D97-AF65-F5344CB8AC3E}">
        <p14:creationId xmlns:p14="http://schemas.microsoft.com/office/powerpoint/2010/main" val="423017602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2FEBD8F-AF45-717D-2DA8-BF7E5DA05818}"/>
              </a:ext>
            </a:extLst>
          </p:cNvPr>
          <p:cNvSpPr>
            <a:spLocks noGrp="1"/>
          </p:cNvSpPr>
          <p:nvPr>
            <p:ph type="dt" sz="half" idx="10"/>
          </p:nvPr>
        </p:nvSpPr>
        <p:spPr/>
        <p:txBody>
          <a:bodyPr/>
          <a:lstStyle>
            <a:lvl1pPr>
              <a:defRPr/>
            </a:lvl1pPr>
          </a:lstStyle>
          <a:p>
            <a:pPr>
              <a:defRPr/>
            </a:pPr>
            <a:fld id="{12C1112D-4956-42C3-A3F8-246C3E26FFAA}" type="datetime1">
              <a:rPr lang="en-IN" smtClean="0"/>
              <a:t>02-01-2026</a:t>
            </a:fld>
            <a:endParaRPr lang="en-US"/>
          </a:p>
        </p:txBody>
      </p:sp>
      <p:sp>
        <p:nvSpPr>
          <p:cNvPr id="5" name="Footer Placeholder 4">
            <a:extLst>
              <a:ext uri="{FF2B5EF4-FFF2-40B4-BE49-F238E27FC236}">
                <a16:creationId xmlns:a16="http://schemas.microsoft.com/office/drawing/2014/main" id="{D7D6487D-C7E8-1F34-404A-762836896CBC}"/>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6AACD6B8-BF88-F7F6-9EDB-21F291623E40}"/>
              </a:ext>
            </a:extLst>
          </p:cNvPr>
          <p:cNvSpPr>
            <a:spLocks noGrp="1"/>
          </p:cNvSpPr>
          <p:nvPr>
            <p:ph type="sldNum" sz="quarter" idx="12"/>
          </p:nvPr>
        </p:nvSpPr>
        <p:spPr/>
        <p:txBody>
          <a:bodyPr/>
          <a:lstStyle>
            <a:lvl1pPr>
              <a:defRPr/>
            </a:lvl1pPr>
          </a:lstStyle>
          <a:p>
            <a:pPr>
              <a:defRPr/>
            </a:pPr>
            <a:fld id="{A5850552-6145-43C7-869D-B05547B48817}" type="slidenum">
              <a:rPr lang="en-US" altLang="en-US"/>
              <a:pPr>
                <a:defRPr/>
              </a:pPr>
              <a:t>‹#›</a:t>
            </a:fld>
            <a:endParaRPr lang="en-US" altLang="en-US"/>
          </a:p>
        </p:txBody>
      </p:sp>
    </p:spTree>
    <p:extLst>
      <p:ext uri="{BB962C8B-B14F-4D97-AF65-F5344CB8AC3E}">
        <p14:creationId xmlns:p14="http://schemas.microsoft.com/office/powerpoint/2010/main" val="39800247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301045F3-6CC9-C865-330A-A89C9051D757}"/>
              </a:ext>
            </a:extLst>
          </p:cNvPr>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IN" altLang="en-US"/>
          </a:p>
        </p:txBody>
      </p:sp>
      <p:sp>
        <p:nvSpPr>
          <p:cNvPr id="1027" name="Text Placeholder 2">
            <a:extLst>
              <a:ext uri="{FF2B5EF4-FFF2-40B4-BE49-F238E27FC236}">
                <a16:creationId xmlns:a16="http://schemas.microsoft.com/office/drawing/2014/main" id="{EBB564DB-1877-BFD7-505E-45FD63D69FD2}"/>
              </a:ext>
            </a:extLst>
          </p:cNvPr>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endParaRPr lang="en-IN" altLang="en-US"/>
          </a:p>
        </p:txBody>
      </p:sp>
      <p:sp>
        <p:nvSpPr>
          <p:cNvPr id="4" name="Date Placeholder 3">
            <a:extLst>
              <a:ext uri="{FF2B5EF4-FFF2-40B4-BE49-F238E27FC236}">
                <a16:creationId xmlns:a16="http://schemas.microsoft.com/office/drawing/2014/main" id="{4C666363-C353-FA3D-CDFA-EB82CE6A5ED4}"/>
              </a:ext>
            </a:extLst>
          </p:cNvPr>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mn-lt"/>
                <a:cs typeface="+mn-cs"/>
              </a:defRPr>
            </a:lvl1pPr>
          </a:lstStyle>
          <a:p>
            <a:pPr>
              <a:defRPr/>
            </a:pPr>
            <a:fld id="{09315FC3-A049-44A5-B107-F6E1F5230D1E}" type="datetime1">
              <a:rPr lang="en-IN" smtClean="0"/>
              <a:t>02-01-2026</a:t>
            </a:fld>
            <a:endParaRPr lang="en-IN"/>
          </a:p>
        </p:txBody>
      </p:sp>
      <p:sp>
        <p:nvSpPr>
          <p:cNvPr id="5" name="Footer Placeholder 4">
            <a:extLst>
              <a:ext uri="{FF2B5EF4-FFF2-40B4-BE49-F238E27FC236}">
                <a16:creationId xmlns:a16="http://schemas.microsoft.com/office/drawing/2014/main" id="{FBECBE7C-EC90-73AB-22D2-0B8B02004528}"/>
              </a:ext>
            </a:extLst>
          </p:cNvPr>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cs typeface="+mn-cs"/>
              </a:defRPr>
            </a:lvl1pPr>
          </a:lstStyle>
          <a:p>
            <a:pPr>
              <a:defRPr/>
            </a:pPr>
            <a:endParaRPr lang="en-IN"/>
          </a:p>
        </p:txBody>
      </p:sp>
      <p:sp>
        <p:nvSpPr>
          <p:cNvPr id="6" name="Slide Number Placeholder 5">
            <a:extLst>
              <a:ext uri="{FF2B5EF4-FFF2-40B4-BE49-F238E27FC236}">
                <a16:creationId xmlns:a16="http://schemas.microsoft.com/office/drawing/2014/main" id="{F5D5B47D-5094-7AF0-7C56-0883115AC046}"/>
              </a:ext>
            </a:extLst>
          </p:cNvPr>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rgbClr val="898989"/>
                </a:solidFill>
              </a:defRPr>
            </a:lvl1pPr>
          </a:lstStyle>
          <a:p>
            <a:pPr>
              <a:defRPr/>
            </a:pPr>
            <a:fld id="{C46C0C23-4117-425E-B864-12386552A8F3}" type="slidenum">
              <a:rPr lang="en-IN" altLang="en-US"/>
              <a:pPr>
                <a:defRPr/>
              </a:pPr>
              <a:t>‹#›</a:t>
            </a:fld>
            <a:endParaRPr lang="en-IN" altLang="en-US"/>
          </a:p>
        </p:txBody>
      </p:sp>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hdr="0" ft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defRPr>
      </a:lvl2pPr>
      <a:lvl3pPr algn="ctr" rtl="0" eaLnBrk="0" fontAlgn="base" hangingPunct="0">
        <a:spcBef>
          <a:spcPct val="0"/>
        </a:spcBef>
        <a:spcAft>
          <a:spcPct val="0"/>
        </a:spcAft>
        <a:defRPr sz="4400">
          <a:solidFill>
            <a:schemeClr val="tx1"/>
          </a:solidFill>
          <a:latin typeface="Calibri" panose="020F0502020204030204" pitchFamily="34" charset="0"/>
        </a:defRPr>
      </a:lvl3pPr>
      <a:lvl4pPr algn="ctr" rtl="0" eaLnBrk="0" fontAlgn="base" hangingPunct="0">
        <a:spcBef>
          <a:spcPct val="0"/>
        </a:spcBef>
        <a:spcAft>
          <a:spcPct val="0"/>
        </a:spcAft>
        <a:defRPr sz="4400">
          <a:solidFill>
            <a:schemeClr val="tx1"/>
          </a:solidFill>
          <a:latin typeface="Calibri" panose="020F0502020204030204" pitchFamily="34" charset="0"/>
        </a:defRPr>
      </a:lvl4pPr>
      <a:lvl5pPr algn="ctr" rtl="0" eaLnBrk="0" fontAlgn="base" hangingPunct="0">
        <a:spcBef>
          <a:spcPct val="0"/>
        </a:spcBef>
        <a:spcAft>
          <a:spcPct val="0"/>
        </a:spcAft>
        <a:defRPr sz="4400">
          <a:solidFill>
            <a:schemeClr val="tx1"/>
          </a:solidFill>
          <a:latin typeface="Calibri" panose="020F0502020204030204" pitchFamily="34" charset="0"/>
        </a:defRPr>
      </a:lvl5pPr>
      <a:lvl6pPr marL="457200" algn="ctr" rtl="0" fontAlgn="base">
        <a:spcBef>
          <a:spcPct val="0"/>
        </a:spcBef>
        <a:spcAft>
          <a:spcPct val="0"/>
        </a:spcAft>
        <a:defRPr sz="4400">
          <a:solidFill>
            <a:schemeClr val="tx1"/>
          </a:solidFill>
          <a:latin typeface="Calibri" panose="020F0502020204030204" pitchFamily="34" charset="0"/>
        </a:defRPr>
      </a:lvl6pPr>
      <a:lvl7pPr marL="914400" algn="ctr" rtl="0" fontAlgn="base">
        <a:spcBef>
          <a:spcPct val="0"/>
        </a:spcBef>
        <a:spcAft>
          <a:spcPct val="0"/>
        </a:spcAft>
        <a:defRPr sz="4400">
          <a:solidFill>
            <a:schemeClr val="tx1"/>
          </a:solidFill>
          <a:latin typeface="Calibri" panose="020F0502020204030204" pitchFamily="34" charset="0"/>
        </a:defRPr>
      </a:lvl7pPr>
      <a:lvl8pPr marL="1371600" algn="ctr" rtl="0" fontAlgn="base">
        <a:spcBef>
          <a:spcPct val="0"/>
        </a:spcBef>
        <a:spcAft>
          <a:spcPct val="0"/>
        </a:spcAft>
        <a:defRPr sz="4400">
          <a:solidFill>
            <a:schemeClr val="tx1"/>
          </a:solidFill>
          <a:latin typeface="Calibri" panose="020F0502020204030204" pitchFamily="34" charset="0"/>
        </a:defRPr>
      </a:lvl8pPr>
      <a:lvl9pPr marL="1828800" algn="ctr" rtl="0" fontAlgn="base">
        <a:spcBef>
          <a:spcPct val="0"/>
        </a:spcBef>
        <a:spcAft>
          <a:spcPct val="0"/>
        </a:spcAft>
        <a:defRPr sz="4400">
          <a:solidFill>
            <a:schemeClr val="tx1"/>
          </a:solidFill>
          <a:latin typeface="Calibri" panose="020F0502020204030204"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Title Placeholder 1">
            <a:extLst>
              <a:ext uri="{FF2B5EF4-FFF2-40B4-BE49-F238E27FC236}">
                <a16:creationId xmlns:a16="http://schemas.microsoft.com/office/drawing/2014/main" id="{7D10A877-8448-0586-80BB-D479F55A3FBA}"/>
              </a:ext>
            </a:extLst>
          </p:cNvPr>
          <p:cNvSpPr>
            <a:spLocks noGrp="1" noChangeArrowheads="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2051" name="Text Placeholder 2">
            <a:extLst>
              <a:ext uri="{FF2B5EF4-FFF2-40B4-BE49-F238E27FC236}">
                <a16:creationId xmlns:a16="http://schemas.microsoft.com/office/drawing/2014/main" id="{E8EC97EB-7CB2-D442-D18A-343A9E3C1D3E}"/>
              </a:ext>
            </a:extLst>
          </p:cNvPr>
          <p:cNvSpPr>
            <a:spLocks noGrp="1" noChangeArrowheads="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0D0A2CB7-B9D5-2DC1-515E-981A92F837FF}"/>
              </a:ext>
            </a:extLst>
          </p:cNvPr>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prstClr val="black">
                    <a:tint val="75000"/>
                  </a:prstClr>
                </a:solidFill>
                <a:latin typeface="+mn-lt"/>
                <a:cs typeface="+mn-cs"/>
              </a:defRPr>
            </a:lvl1pPr>
          </a:lstStyle>
          <a:p>
            <a:pPr>
              <a:defRPr/>
            </a:pPr>
            <a:fld id="{237BF58B-79EE-47FB-866D-EFA1BDC70D0A}" type="datetime1">
              <a:rPr lang="en-IN" smtClean="0"/>
              <a:t>02-01-2026</a:t>
            </a:fld>
            <a:endParaRPr lang="en-US"/>
          </a:p>
        </p:txBody>
      </p:sp>
      <p:sp>
        <p:nvSpPr>
          <p:cNvPr id="5" name="Footer Placeholder 4">
            <a:extLst>
              <a:ext uri="{FF2B5EF4-FFF2-40B4-BE49-F238E27FC236}">
                <a16:creationId xmlns:a16="http://schemas.microsoft.com/office/drawing/2014/main" id="{A76DE9DC-00F2-A7BA-097E-D2BABBD4BB73}"/>
              </a:ext>
            </a:extLst>
          </p:cNvPr>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prstClr val="black">
                    <a:tint val="75000"/>
                  </a:prstClr>
                </a:solidFill>
                <a:latin typeface="+mn-lt"/>
                <a:cs typeface="+mn-cs"/>
              </a:defRPr>
            </a:lvl1pPr>
          </a:lstStyle>
          <a:p>
            <a:pPr>
              <a:defRPr/>
            </a:pPr>
            <a:endParaRPr lang="en-US"/>
          </a:p>
        </p:txBody>
      </p:sp>
      <p:sp>
        <p:nvSpPr>
          <p:cNvPr id="6" name="Slide Number Placeholder 5">
            <a:extLst>
              <a:ext uri="{FF2B5EF4-FFF2-40B4-BE49-F238E27FC236}">
                <a16:creationId xmlns:a16="http://schemas.microsoft.com/office/drawing/2014/main" id="{867B8420-DD02-796D-12F9-EED504FD0EF9}"/>
              </a:ext>
            </a:extLst>
          </p:cNvPr>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rgbClr val="898989"/>
                </a:solidFill>
              </a:defRPr>
            </a:lvl1pPr>
          </a:lstStyle>
          <a:p>
            <a:pPr>
              <a:defRPr/>
            </a:pPr>
            <a:fld id="{E6CEF6D7-4760-441B-AC61-E6AF34422065}"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sldLayoutIdLst>
    <p:sldLayoutId id="2147483696" r:id="rId1"/>
    <p:sldLayoutId id="2147483697" r:id="rId2"/>
    <p:sldLayoutId id="2147483698" r:id="rId3"/>
    <p:sldLayoutId id="2147483699" r:id="rId4"/>
    <p:sldLayoutId id="2147483700" r:id="rId5"/>
    <p:sldLayoutId id="2147483701" r:id="rId6"/>
    <p:sldLayoutId id="2147483702" r:id="rId7"/>
    <p:sldLayoutId id="2147483703" r:id="rId8"/>
    <p:sldLayoutId id="2147483704" r:id="rId9"/>
    <p:sldLayoutId id="2147483705" r:id="rId10"/>
    <p:sldLayoutId id="2147483706" r:id="rId11"/>
  </p:sldLayoutIdLst>
  <p:hf hdr="0" ft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defRPr>
      </a:lvl2pPr>
      <a:lvl3pPr algn="ctr" rtl="0" eaLnBrk="0" fontAlgn="base" hangingPunct="0">
        <a:spcBef>
          <a:spcPct val="0"/>
        </a:spcBef>
        <a:spcAft>
          <a:spcPct val="0"/>
        </a:spcAft>
        <a:defRPr sz="4400">
          <a:solidFill>
            <a:schemeClr val="tx1"/>
          </a:solidFill>
          <a:latin typeface="Calibri" panose="020F0502020204030204" pitchFamily="34" charset="0"/>
        </a:defRPr>
      </a:lvl3pPr>
      <a:lvl4pPr algn="ctr" rtl="0" eaLnBrk="0" fontAlgn="base" hangingPunct="0">
        <a:spcBef>
          <a:spcPct val="0"/>
        </a:spcBef>
        <a:spcAft>
          <a:spcPct val="0"/>
        </a:spcAft>
        <a:defRPr sz="4400">
          <a:solidFill>
            <a:schemeClr val="tx1"/>
          </a:solidFill>
          <a:latin typeface="Calibri" panose="020F0502020204030204" pitchFamily="34" charset="0"/>
        </a:defRPr>
      </a:lvl4pPr>
      <a:lvl5pPr algn="ctr" rtl="0" eaLnBrk="0" fontAlgn="base" hangingPunct="0">
        <a:spcBef>
          <a:spcPct val="0"/>
        </a:spcBef>
        <a:spcAft>
          <a:spcPct val="0"/>
        </a:spcAft>
        <a:defRPr sz="4400">
          <a:solidFill>
            <a:schemeClr val="tx1"/>
          </a:solidFill>
          <a:latin typeface="Calibri" panose="020F0502020204030204" pitchFamily="34" charset="0"/>
        </a:defRPr>
      </a:lvl5pPr>
      <a:lvl6pPr marL="457200" algn="ctr" rtl="0" fontAlgn="base">
        <a:spcBef>
          <a:spcPct val="0"/>
        </a:spcBef>
        <a:spcAft>
          <a:spcPct val="0"/>
        </a:spcAft>
        <a:defRPr sz="4400">
          <a:solidFill>
            <a:schemeClr val="tx1"/>
          </a:solidFill>
          <a:latin typeface="Calibri" panose="020F0502020204030204" pitchFamily="34" charset="0"/>
        </a:defRPr>
      </a:lvl6pPr>
      <a:lvl7pPr marL="914400" algn="ctr" rtl="0" fontAlgn="base">
        <a:spcBef>
          <a:spcPct val="0"/>
        </a:spcBef>
        <a:spcAft>
          <a:spcPct val="0"/>
        </a:spcAft>
        <a:defRPr sz="4400">
          <a:solidFill>
            <a:schemeClr val="tx1"/>
          </a:solidFill>
          <a:latin typeface="Calibri" panose="020F0502020204030204" pitchFamily="34" charset="0"/>
        </a:defRPr>
      </a:lvl7pPr>
      <a:lvl8pPr marL="1371600" algn="ctr" rtl="0" fontAlgn="base">
        <a:spcBef>
          <a:spcPct val="0"/>
        </a:spcBef>
        <a:spcAft>
          <a:spcPct val="0"/>
        </a:spcAft>
        <a:defRPr sz="4400">
          <a:solidFill>
            <a:schemeClr val="tx1"/>
          </a:solidFill>
          <a:latin typeface="Calibri" panose="020F0502020204030204" pitchFamily="34" charset="0"/>
        </a:defRPr>
      </a:lvl8pPr>
      <a:lvl9pPr marL="1828800" algn="ctr" rtl="0" fontAlgn="base">
        <a:spcBef>
          <a:spcPct val="0"/>
        </a:spcBef>
        <a:spcAft>
          <a:spcPct val="0"/>
        </a:spcAft>
        <a:defRPr sz="4400">
          <a:solidFill>
            <a:schemeClr val="tx1"/>
          </a:solidFill>
          <a:latin typeface="Calibri" panose="020F0502020204030204"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5.jp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4.jpeg"/><Relationship Id="rId5" Type="http://schemas.openxmlformats.org/officeDocument/2006/relationships/image" Target="../media/image3.png"/><Relationship Id="rId4" Type="http://schemas.openxmlformats.org/officeDocument/2006/relationships/image" Target="../media/image2.jpg"/></Relationships>
</file>

<file path=ppt/slides/_rels/slide7.xml.rels><?xml version="1.0" encoding="UTF-8" standalone="yes"?>
<Relationships xmlns="http://schemas.openxmlformats.org/package/2006/relationships"><Relationship Id="rId8" Type="http://schemas.openxmlformats.org/officeDocument/2006/relationships/image" Target="../media/image10.jpg"/><Relationship Id="rId3" Type="http://schemas.openxmlformats.org/officeDocument/2006/relationships/image" Target="../media/image1.jpeg"/><Relationship Id="rId7"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a:extLst>
              <a:ext uri="{FF2B5EF4-FFF2-40B4-BE49-F238E27FC236}">
                <a16:creationId xmlns:a16="http://schemas.microsoft.com/office/drawing/2014/main" id="{1507194F-0E2E-E8EB-481A-94A7BA6D866E}"/>
              </a:ext>
            </a:extLst>
          </p:cNvPr>
          <p:cNvSpPr>
            <a:spLocks noGrp="1" noChangeArrowheads="1"/>
          </p:cNvSpPr>
          <p:nvPr>
            <p:ph type="title"/>
          </p:nvPr>
        </p:nvSpPr>
        <p:spPr>
          <a:xfrm>
            <a:off x="239713" y="571866"/>
            <a:ext cx="8580437" cy="1457325"/>
          </a:xfrm>
        </p:spPr>
        <p:txBody>
          <a:bodyPr/>
          <a:lstStyle/>
          <a:p>
            <a:pPr eaLnBrk="1" hangingPunct="1"/>
            <a:r>
              <a:rPr lang="en-IN" altLang="en-US" sz="2000" dirty="0">
                <a:latin typeface="Times New Roman" panose="02020603050405020304" pitchFamily="18" charset="0"/>
                <a:cs typeface="Times New Roman" panose="02020603050405020304" pitchFamily="18" charset="0"/>
              </a:rPr>
              <a:t>Capstone Project – I:  Review – 2 on</a:t>
            </a:r>
            <a:br>
              <a:rPr lang="en-IN" altLang="en-US" sz="2800" b="1" dirty="0">
                <a:latin typeface="Times New Roman" panose="02020603050405020304" pitchFamily="18" charset="0"/>
                <a:cs typeface="Times New Roman" panose="02020603050405020304" pitchFamily="18" charset="0"/>
              </a:rPr>
            </a:br>
            <a:r>
              <a:rPr lang="en-US" altLang="en-US" sz="2800" b="1" dirty="0">
                <a:solidFill>
                  <a:srgbClr val="0070C0"/>
                </a:solidFill>
                <a:latin typeface="Times New Roman" panose="02020603050405020304" pitchFamily="18" charset="0"/>
                <a:cs typeface="Times New Roman" panose="02020603050405020304" pitchFamily="18" charset="0"/>
              </a:rPr>
              <a:t>In-Cabin Health Monitoring System for </a:t>
            </a:r>
            <a:br>
              <a:rPr lang="en-US" altLang="en-US" sz="2800" b="1" dirty="0">
                <a:solidFill>
                  <a:srgbClr val="0070C0"/>
                </a:solidFill>
                <a:latin typeface="Times New Roman" panose="02020603050405020304" pitchFamily="18" charset="0"/>
                <a:cs typeface="Times New Roman" panose="02020603050405020304" pitchFamily="18" charset="0"/>
              </a:rPr>
            </a:br>
            <a:r>
              <a:rPr lang="en-US" altLang="en-US" sz="2800" b="1" dirty="0">
                <a:solidFill>
                  <a:srgbClr val="0070C0"/>
                </a:solidFill>
                <a:latin typeface="Times New Roman" panose="02020603050405020304" pitchFamily="18" charset="0"/>
                <a:cs typeface="Times New Roman" panose="02020603050405020304" pitchFamily="18" charset="0"/>
              </a:rPr>
              <a:t>Passengers Safety in Semi-Autonomous Vehicles </a:t>
            </a:r>
            <a:endParaRPr lang="en-IN" altLang="en-US" sz="2400" b="1" dirty="0">
              <a:solidFill>
                <a:srgbClr val="0070C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7A922E1D-12BC-3E17-BA9A-983FDED51963}"/>
              </a:ext>
            </a:extLst>
          </p:cNvPr>
          <p:cNvSpPr>
            <a:spLocks noGrp="1"/>
          </p:cNvSpPr>
          <p:nvPr>
            <p:ph idx="1"/>
          </p:nvPr>
        </p:nvSpPr>
        <p:spPr>
          <a:xfrm>
            <a:off x="2411412" y="4242777"/>
            <a:ext cx="4105275" cy="1222375"/>
          </a:xfrm>
        </p:spPr>
        <p:txBody>
          <a:bodyPr rtlCol="0">
            <a:normAutofit/>
          </a:bodyPr>
          <a:lstStyle/>
          <a:p>
            <a:pPr marL="0" indent="0" algn="ctr" eaLnBrk="1" fontAlgn="auto" hangingPunct="1">
              <a:spcAft>
                <a:spcPts val="0"/>
              </a:spcAft>
              <a:buFont typeface="Arial" panose="020B0604020202020204" pitchFamily="34" charset="0"/>
              <a:buNone/>
              <a:defRPr/>
            </a:pPr>
            <a:r>
              <a:rPr lang="en-IN" sz="2000" b="1" dirty="0">
                <a:solidFill>
                  <a:srgbClr val="0070C0"/>
                </a:solidFill>
                <a:latin typeface="Times New Roman" panose="02020603050405020304" pitchFamily="18" charset="0"/>
                <a:cs typeface="Times New Roman" panose="02020603050405020304" pitchFamily="18" charset="0"/>
              </a:rPr>
              <a:t>Under the Guidance of</a:t>
            </a:r>
          </a:p>
          <a:p>
            <a:pPr marL="0" indent="0" algn="ctr" eaLnBrk="1" fontAlgn="auto" hangingPunct="1">
              <a:spcAft>
                <a:spcPts val="0"/>
              </a:spcAft>
              <a:buFont typeface="Arial" panose="020B0604020202020204" pitchFamily="34" charset="0"/>
              <a:buNone/>
              <a:defRPr/>
            </a:pPr>
            <a:r>
              <a:rPr lang="en-IN" altLang="en-US" sz="2000" b="1" dirty="0">
                <a:latin typeface="Times New Roman" panose="02020603050405020304" pitchFamily="18" charset="0"/>
                <a:cs typeface="Times New Roman" panose="02020603050405020304" pitchFamily="18" charset="0"/>
              </a:rPr>
              <a:t>Dr. ANANDHAN K</a:t>
            </a:r>
            <a:endParaRPr lang="en-US" altLang="en-US" sz="2000" b="1" dirty="0">
              <a:solidFill>
                <a:schemeClr val="tx1">
                  <a:lumMod val="95000"/>
                  <a:lumOff val="5000"/>
                </a:schemeClr>
              </a:solidFill>
              <a:latin typeface="Times New Roman" panose="02020603050405020304" pitchFamily="18" charset="0"/>
              <a:cs typeface="Times New Roman" panose="02020603050405020304" pitchFamily="18" charset="0"/>
            </a:endParaRPr>
          </a:p>
          <a:p>
            <a:pPr marL="0" indent="0" algn="ctr" eaLnBrk="1" fontAlgn="auto" hangingPunct="1">
              <a:spcAft>
                <a:spcPts val="0"/>
              </a:spcAft>
              <a:buFont typeface="Arial" panose="020B0604020202020204" pitchFamily="34" charset="0"/>
              <a:buNone/>
              <a:defRPr/>
            </a:pPr>
            <a:r>
              <a:rPr lang="en-US" altLang="en-US" sz="2000" b="1" dirty="0">
                <a:solidFill>
                  <a:schemeClr val="tx1">
                    <a:lumMod val="95000"/>
                    <a:lumOff val="5000"/>
                  </a:schemeClr>
                </a:solidFill>
                <a:latin typeface="Times New Roman" panose="02020603050405020304" pitchFamily="18" charset="0"/>
                <a:cs typeface="Times New Roman" panose="02020603050405020304" pitchFamily="18" charset="0"/>
              </a:rPr>
              <a:t>Assistant Professor</a:t>
            </a:r>
            <a:endParaRPr lang="en-IN" altLang="en-US" sz="2000" b="1" dirty="0">
              <a:solidFill>
                <a:schemeClr val="tx1">
                  <a:lumMod val="95000"/>
                  <a:lumOff val="5000"/>
                </a:schemeClr>
              </a:solidFill>
              <a:latin typeface="Times New Roman" panose="02020603050405020304" pitchFamily="18" charset="0"/>
              <a:cs typeface="Times New Roman" panose="02020603050405020304" pitchFamily="18" charset="0"/>
            </a:endParaRPr>
          </a:p>
          <a:p>
            <a:pPr marL="0" indent="0" algn="ctr" eaLnBrk="1" fontAlgn="auto" hangingPunct="1">
              <a:spcAft>
                <a:spcPts val="0"/>
              </a:spcAft>
              <a:buFont typeface="Arial" panose="020B0604020202020204" pitchFamily="34" charset="0"/>
              <a:buNone/>
              <a:defRPr/>
            </a:pPr>
            <a:endParaRPr lang="en-IN" altLang="en-US" sz="2000" b="1"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4100" name="TextBox 4">
            <a:extLst>
              <a:ext uri="{FF2B5EF4-FFF2-40B4-BE49-F238E27FC236}">
                <a16:creationId xmlns:a16="http://schemas.microsoft.com/office/drawing/2014/main" id="{DDC3464E-686B-5EB3-2C8C-F295F56AD251}"/>
              </a:ext>
            </a:extLst>
          </p:cNvPr>
          <p:cNvSpPr txBox="1">
            <a:spLocks noChangeArrowheads="1"/>
          </p:cNvSpPr>
          <p:nvPr/>
        </p:nvSpPr>
        <p:spPr bwMode="auto">
          <a:xfrm>
            <a:off x="276225" y="2029191"/>
            <a:ext cx="8375650" cy="1946275"/>
          </a:xfrm>
          <a:prstGeom prst="rect">
            <a:avLst/>
          </a:prstGeom>
          <a:noFill/>
          <a:ln>
            <a:noFill/>
          </a:ln>
        </p:spPr>
        <p:txBody>
          <a:bodyPr>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Font typeface="Arial" charset="0"/>
              <a:buChar char="»"/>
              <a:defRPr sz="2000">
                <a:solidFill>
                  <a:schemeClr val="tx1"/>
                </a:solidFill>
                <a:latin typeface="Calibri" pitchFamily="34" charset="0"/>
              </a:defRPr>
            </a:lvl6pPr>
            <a:lvl7pPr eaLnBrk="0" fontAlgn="base" hangingPunct="0">
              <a:spcAft>
                <a:spcPct val="0"/>
              </a:spcAft>
              <a:buFont typeface="Arial" charset="0"/>
              <a:buChar char="»"/>
              <a:defRPr sz="2000">
                <a:solidFill>
                  <a:schemeClr val="tx1"/>
                </a:solidFill>
                <a:latin typeface="Calibri" pitchFamily="34" charset="0"/>
              </a:defRPr>
            </a:lvl7pPr>
            <a:lvl8pPr eaLnBrk="0" fontAlgn="base" hangingPunct="0">
              <a:spcAft>
                <a:spcPct val="0"/>
              </a:spcAft>
              <a:buFont typeface="Arial" charset="0"/>
              <a:buChar char="»"/>
              <a:defRPr sz="2000">
                <a:solidFill>
                  <a:schemeClr val="tx1"/>
                </a:solidFill>
                <a:latin typeface="Calibri" pitchFamily="34" charset="0"/>
              </a:defRPr>
            </a:lvl8pPr>
            <a:lvl9pPr eaLnBrk="0" fontAlgn="base" hangingPunct="0">
              <a:spcAft>
                <a:spcPct val="0"/>
              </a:spcAft>
              <a:buFont typeface="Arial" charset="0"/>
              <a:buChar char="»"/>
              <a:defRPr sz="2000">
                <a:solidFill>
                  <a:schemeClr val="tx1"/>
                </a:solidFill>
                <a:latin typeface="Calibri" pitchFamily="34" charset="0"/>
              </a:defRPr>
            </a:lvl9pPr>
          </a:lstStyle>
          <a:p>
            <a:pPr algn="ctr" eaLnBrk="1" hangingPunct="1">
              <a:defRPr/>
            </a:pPr>
            <a:r>
              <a:rPr lang="en-IN" altLang="en-US" sz="2000" b="1" dirty="0">
                <a:solidFill>
                  <a:srgbClr val="C00000"/>
                </a:solidFill>
                <a:latin typeface="Times New Roman" pitchFamily="18" charset="0"/>
                <a:cs typeface="Times New Roman" pitchFamily="18" charset="0"/>
              </a:rPr>
              <a:t>Presented by the Batch No. : IOT-15</a:t>
            </a:r>
          </a:p>
          <a:p>
            <a:pPr>
              <a:defRPr/>
            </a:pPr>
            <a:endParaRPr lang="en-US" altLang="en-US" sz="1050" dirty="0">
              <a:solidFill>
                <a:prstClr val="black"/>
              </a:solidFill>
              <a:latin typeface="Times New Roman" pitchFamily="18" charset="0"/>
              <a:cs typeface="Times New Roman" pitchFamily="18" charset="0"/>
            </a:endParaRPr>
          </a:p>
          <a:p>
            <a:pPr algn="ctr">
              <a:defRPr/>
            </a:pPr>
            <a:r>
              <a:rPr lang="en-US" altLang="en-US" sz="1800" dirty="0">
                <a:solidFill>
                  <a:prstClr val="black"/>
                </a:solidFill>
                <a:latin typeface="Times New Roman" pitchFamily="18" charset="0"/>
                <a:cs typeface="Times New Roman" pitchFamily="18" charset="0"/>
              </a:rPr>
              <a:t>                 </a:t>
            </a:r>
            <a:r>
              <a:rPr lang="en-US" altLang="en-US" sz="1800" b="1" dirty="0">
                <a:solidFill>
                  <a:prstClr val="black"/>
                </a:solidFill>
                <a:latin typeface="Times New Roman" pitchFamily="18" charset="0"/>
                <a:cs typeface="Times New Roman" pitchFamily="18" charset="0"/>
              </a:rPr>
              <a:t>GALI ROHITH              </a:t>
            </a:r>
            <a:r>
              <a:rPr lang="it-IT" altLang="en-US" sz="1800" b="1" dirty="0">
                <a:solidFill>
                  <a:prstClr val="black"/>
                </a:solidFill>
                <a:latin typeface="Times New Roman" pitchFamily="18" charset="0"/>
                <a:cs typeface="Times New Roman" pitchFamily="18" charset="0"/>
              </a:rPr>
              <a:t>BU22CSEN0600072</a:t>
            </a:r>
            <a:r>
              <a:rPr lang="en-US" altLang="en-US" sz="1800" b="1" dirty="0">
                <a:solidFill>
                  <a:prstClr val="black"/>
                </a:solidFill>
                <a:latin typeface="Times New Roman" pitchFamily="18" charset="0"/>
                <a:cs typeface="Times New Roman" pitchFamily="18" charset="0"/>
              </a:rPr>
              <a:t>(TL) </a:t>
            </a:r>
            <a:endParaRPr lang="en-US" altLang="en-US" sz="1800" dirty="0">
              <a:solidFill>
                <a:prstClr val="black"/>
              </a:solidFill>
              <a:latin typeface="Times New Roman" pitchFamily="18" charset="0"/>
              <a:cs typeface="Times New Roman" pitchFamily="18" charset="0"/>
            </a:endParaRPr>
          </a:p>
          <a:p>
            <a:pPr>
              <a:defRPr/>
            </a:pPr>
            <a:r>
              <a:rPr lang="en-US" altLang="en-US" sz="1800" b="1" dirty="0">
                <a:solidFill>
                  <a:prstClr val="black"/>
                </a:solidFill>
                <a:latin typeface="Times New Roman" pitchFamily="18" charset="0"/>
                <a:cs typeface="Times New Roman" pitchFamily="18" charset="0"/>
              </a:rPr>
              <a:t>                                      P SURENDRA 	</a:t>
            </a:r>
            <a:r>
              <a:rPr lang="it-IT" altLang="en-US" sz="1800" b="1" dirty="0">
                <a:solidFill>
                  <a:prstClr val="black"/>
                </a:solidFill>
                <a:latin typeface="Times New Roman" pitchFamily="18" charset="0"/>
                <a:cs typeface="Times New Roman" pitchFamily="18" charset="0"/>
              </a:rPr>
              <a:t>BU22CSEN0600049 </a:t>
            </a:r>
          </a:p>
          <a:p>
            <a:pPr>
              <a:defRPr/>
            </a:pPr>
            <a:r>
              <a:rPr lang="it-IT" altLang="en-US" sz="1800" b="1" dirty="0">
                <a:solidFill>
                  <a:prstClr val="black"/>
                </a:solidFill>
                <a:latin typeface="Times New Roman" pitchFamily="18" charset="0"/>
                <a:cs typeface="Times New Roman" pitchFamily="18" charset="0"/>
              </a:rPr>
              <a:t>		      G S VIKRAM 		BU22CSEN0600040</a:t>
            </a:r>
            <a:r>
              <a:rPr lang="en-US" altLang="en-US" sz="1800" b="1" dirty="0">
                <a:solidFill>
                  <a:prstClr val="black"/>
                </a:solidFill>
                <a:latin typeface="Times New Roman" pitchFamily="18" charset="0"/>
                <a:cs typeface="Times New Roman" pitchFamily="18" charset="0"/>
              </a:rPr>
              <a:t>                               </a:t>
            </a:r>
            <a:endParaRPr lang="en-US" altLang="en-US" sz="1800" dirty="0">
              <a:solidFill>
                <a:prstClr val="black"/>
              </a:solidFill>
              <a:latin typeface="Times New Roman" pitchFamily="18" charset="0"/>
              <a:cs typeface="Times New Roman" pitchFamily="18" charset="0"/>
            </a:endParaRPr>
          </a:p>
          <a:p>
            <a:pPr>
              <a:defRPr/>
            </a:pPr>
            <a:r>
              <a:rPr lang="en-US" altLang="en-US" sz="1800" b="1" dirty="0">
                <a:solidFill>
                  <a:prstClr val="black"/>
                </a:solidFill>
                <a:latin typeface="Times New Roman" pitchFamily="18" charset="0"/>
                <a:cs typeface="Times New Roman" pitchFamily="18" charset="0"/>
              </a:rPr>
              <a:t>                                      K RAM PRASAD	BU22CSEN0600140</a:t>
            </a:r>
          </a:p>
          <a:p>
            <a:pPr>
              <a:defRPr/>
            </a:pPr>
            <a:r>
              <a:rPr lang="en-US" altLang="en-US" sz="1800" b="1" dirty="0">
                <a:solidFill>
                  <a:prstClr val="black"/>
                </a:solidFill>
                <a:latin typeface="Times New Roman" pitchFamily="18" charset="0"/>
                <a:cs typeface="Times New Roman" pitchFamily="18" charset="0"/>
              </a:rPr>
              <a:t>		      S B JEEVAN		BU22CSEN0600194</a:t>
            </a:r>
            <a:endParaRPr lang="en-US" altLang="en-US" sz="1800" dirty="0">
              <a:solidFill>
                <a:prstClr val="black"/>
              </a:solidFill>
              <a:latin typeface="Times New Roman" pitchFamily="18" charset="0"/>
              <a:cs typeface="Times New Roman" pitchFamily="18" charset="0"/>
            </a:endParaRPr>
          </a:p>
        </p:txBody>
      </p:sp>
      <p:sp>
        <p:nvSpPr>
          <p:cNvPr id="4101" name="Rectangle 11">
            <a:extLst>
              <a:ext uri="{FF2B5EF4-FFF2-40B4-BE49-F238E27FC236}">
                <a16:creationId xmlns:a16="http://schemas.microsoft.com/office/drawing/2014/main" id="{BAFA825B-0A58-0AAA-302C-D10A5AEDAF6E}"/>
              </a:ext>
            </a:extLst>
          </p:cNvPr>
          <p:cNvSpPr>
            <a:spLocks noChangeArrowheads="1"/>
          </p:cNvSpPr>
          <p:nvPr/>
        </p:nvSpPr>
        <p:spPr bwMode="auto">
          <a:xfrm>
            <a:off x="539750" y="5522912"/>
            <a:ext cx="8280400"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IN" altLang="en-US" sz="2000" b="1" dirty="0">
                <a:solidFill>
                  <a:srgbClr val="000099"/>
                </a:solidFill>
                <a:latin typeface="Times New Roman" panose="02020603050405020304" pitchFamily="18" charset="0"/>
                <a:cs typeface="Times New Roman" panose="02020603050405020304" pitchFamily="18" charset="0"/>
              </a:rPr>
              <a:t>Department of Artificial Intelligence &amp; Data Science</a:t>
            </a:r>
          </a:p>
          <a:p>
            <a:pPr algn="ctr" eaLnBrk="1" hangingPunct="1">
              <a:spcBef>
                <a:spcPct val="0"/>
              </a:spcBef>
              <a:buFontTx/>
              <a:buNone/>
            </a:pPr>
            <a:r>
              <a:rPr lang="en-US" altLang="en-US" sz="2000" dirty="0">
                <a:latin typeface="Times New Roman" panose="02020603050405020304" pitchFamily="18" charset="0"/>
                <a:cs typeface="Times New Roman" panose="02020603050405020304" pitchFamily="18" charset="0"/>
              </a:rPr>
              <a:t>GITAM School of CSE, GITAM (Deemed to be University),</a:t>
            </a:r>
          </a:p>
          <a:p>
            <a:pPr algn="ctr" eaLnBrk="1" hangingPunct="1">
              <a:spcBef>
                <a:spcPct val="0"/>
              </a:spcBef>
              <a:buFontTx/>
              <a:buNone/>
            </a:pPr>
            <a:r>
              <a:rPr lang="en-US" altLang="en-US" sz="2000" dirty="0">
                <a:latin typeface="Times New Roman" panose="02020603050405020304" pitchFamily="18" charset="0"/>
                <a:cs typeface="Times New Roman" panose="02020603050405020304" pitchFamily="18" charset="0"/>
              </a:rPr>
              <a:t>Bengaluru, Karnataka, INDIA.</a:t>
            </a:r>
            <a:endParaRPr lang="en-IN" altLang="en-US" sz="2000" b="1" dirty="0">
              <a:solidFill>
                <a:srgbClr val="000099"/>
              </a:solidFill>
              <a:latin typeface="Times New Roman" panose="02020603050405020304" pitchFamily="18" charset="0"/>
              <a:cs typeface="Times New Roman" panose="02020603050405020304" pitchFamily="18" charset="0"/>
            </a:endParaRPr>
          </a:p>
        </p:txBody>
      </p:sp>
      <p:pic>
        <p:nvPicPr>
          <p:cNvPr id="4102" name="Picture 2" descr="D:\GITAM-GST-CSE\2024-25\Capstone-Project\GITAM-newlogo.jpeg">
            <a:extLst>
              <a:ext uri="{FF2B5EF4-FFF2-40B4-BE49-F238E27FC236}">
                <a16:creationId xmlns:a16="http://schemas.microsoft.com/office/drawing/2014/main" id="{01E4853B-AEF7-7A66-53BB-5AC305A2D2F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04025" y="-26988"/>
            <a:ext cx="2339975" cy="9620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Slide Number Placeholder 1">
            <a:extLst>
              <a:ext uri="{FF2B5EF4-FFF2-40B4-BE49-F238E27FC236}">
                <a16:creationId xmlns:a16="http://schemas.microsoft.com/office/drawing/2014/main" id="{EC571AC3-5412-CA2E-5C16-9C92E753F494}"/>
              </a:ext>
            </a:extLst>
          </p:cNvPr>
          <p:cNvSpPr>
            <a:spLocks noGrp="1"/>
          </p:cNvSpPr>
          <p:nvPr>
            <p:ph type="sldNum" sz="quarter" idx="12"/>
          </p:nvPr>
        </p:nvSpPr>
        <p:spPr/>
        <p:txBody>
          <a:bodyPr/>
          <a:lstStyle/>
          <a:p>
            <a:pPr>
              <a:defRPr/>
            </a:pPr>
            <a:fld id="{E113549D-5E3D-443F-83C5-99A51A0DB440}" type="slidenum">
              <a:rPr lang="en-US" altLang="en-US" smtClean="0"/>
              <a:pPr>
                <a:defRPr/>
              </a:pPr>
              <a:t>1</a:t>
            </a:fld>
            <a:endParaRPr lang="en-US"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a:extLst>
              <a:ext uri="{FF2B5EF4-FFF2-40B4-BE49-F238E27FC236}">
                <a16:creationId xmlns:a16="http://schemas.microsoft.com/office/drawing/2014/main" id="{54C83784-F9D5-692B-097E-E798F63E962F}"/>
              </a:ext>
            </a:extLst>
          </p:cNvPr>
          <p:cNvSpPr>
            <a:spLocks noGrp="1"/>
          </p:cNvSpPr>
          <p:nvPr>
            <p:ph type="title"/>
          </p:nvPr>
        </p:nvSpPr>
        <p:spPr>
          <a:xfrm>
            <a:off x="755650" y="538163"/>
            <a:ext cx="5276850" cy="885825"/>
          </a:xfrm>
        </p:spPr>
        <p:txBody>
          <a:bodyPr/>
          <a:lstStyle/>
          <a:p>
            <a:pPr algn="just" eaLnBrk="1" hangingPunct="1"/>
            <a:r>
              <a:rPr lang="en-IN" altLang="en-US" sz="2800" b="1" dirty="0">
                <a:solidFill>
                  <a:srgbClr val="0070C0"/>
                </a:solidFill>
                <a:latin typeface="Times New Roman" panose="02020603050405020304" pitchFamily="18" charset="0"/>
                <a:cs typeface="Times New Roman" panose="02020603050405020304" pitchFamily="18" charset="0"/>
              </a:rPr>
              <a:t>CONTENTS</a:t>
            </a:r>
          </a:p>
        </p:txBody>
      </p:sp>
      <p:sp>
        <p:nvSpPr>
          <p:cNvPr id="3" name="Content Placeholder 2">
            <a:extLst>
              <a:ext uri="{FF2B5EF4-FFF2-40B4-BE49-F238E27FC236}">
                <a16:creationId xmlns:a16="http://schemas.microsoft.com/office/drawing/2014/main" id="{CAFBD2A2-E53F-CB28-6FEC-C21EB5FB65DA}"/>
              </a:ext>
            </a:extLst>
          </p:cNvPr>
          <p:cNvSpPr>
            <a:spLocks noGrp="1"/>
          </p:cNvSpPr>
          <p:nvPr>
            <p:ph idx="1"/>
          </p:nvPr>
        </p:nvSpPr>
        <p:spPr>
          <a:xfrm>
            <a:off x="755650" y="1417638"/>
            <a:ext cx="7931150" cy="4459287"/>
          </a:xfrm>
        </p:spPr>
        <p:txBody>
          <a:bodyPr rtlCol="0">
            <a:noAutofit/>
          </a:bodyPr>
          <a:lstStyle/>
          <a:p>
            <a:pPr marL="457200" indent="-457200" eaLnBrk="1" fontAlgn="auto" hangingPunct="1">
              <a:spcAft>
                <a:spcPts val="0"/>
              </a:spcAft>
              <a:buFont typeface="+mj-lt"/>
              <a:buAutoNum type="arabicPeriod"/>
              <a:defRPr/>
            </a:pPr>
            <a:r>
              <a:rPr lang="en-IN" sz="2800" dirty="0">
                <a:latin typeface="Times New Roman" panose="02020603050405020304" pitchFamily="18" charset="0"/>
                <a:cs typeface="Times New Roman" panose="02020603050405020304" pitchFamily="18" charset="0"/>
              </a:rPr>
              <a:t>Abstract</a:t>
            </a:r>
          </a:p>
          <a:p>
            <a:pPr marL="857250" lvl="1" indent="-457200" eaLnBrk="1" fontAlgn="auto" hangingPunct="1">
              <a:spcAft>
                <a:spcPts val="0"/>
              </a:spcAft>
              <a:buFont typeface="+mj-lt"/>
              <a:buAutoNum type="alphaUcPeriod"/>
              <a:defRPr/>
            </a:pPr>
            <a:r>
              <a:rPr lang="en-US" sz="2000" dirty="0">
                <a:latin typeface="Times New Roman" panose="02020603050405020304" pitchFamily="18" charset="0"/>
                <a:cs typeface="Times New Roman" panose="02020603050405020304" pitchFamily="18" charset="0"/>
              </a:rPr>
              <a:t>Problem Statement</a:t>
            </a:r>
          </a:p>
          <a:p>
            <a:pPr marL="857250" lvl="1" indent="-457200" eaLnBrk="1" fontAlgn="auto" hangingPunct="1">
              <a:spcAft>
                <a:spcPts val="0"/>
              </a:spcAft>
              <a:buFont typeface="+mj-lt"/>
              <a:buAutoNum type="alphaUcPeriod"/>
              <a:defRPr/>
            </a:pPr>
            <a:r>
              <a:rPr lang="en-US" sz="2000" dirty="0">
                <a:latin typeface="Times New Roman" panose="02020603050405020304" pitchFamily="18" charset="0"/>
                <a:cs typeface="Times New Roman" panose="02020603050405020304" pitchFamily="18" charset="0"/>
              </a:rPr>
              <a:t>Objectives</a:t>
            </a:r>
          </a:p>
          <a:p>
            <a:pPr marL="857250" lvl="1" indent="-457200" eaLnBrk="1" fontAlgn="auto" hangingPunct="1">
              <a:spcAft>
                <a:spcPts val="0"/>
              </a:spcAft>
              <a:buFont typeface="+mj-lt"/>
              <a:buAutoNum type="alphaUcPeriod"/>
              <a:defRPr/>
            </a:pPr>
            <a:r>
              <a:rPr lang="en-US" sz="2000" dirty="0">
                <a:latin typeface="Times New Roman" panose="02020603050405020304" pitchFamily="18" charset="0"/>
                <a:cs typeface="Times New Roman" panose="02020603050405020304" pitchFamily="18" charset="0"/>
              </a:rPr>
              <a:t>Feedback from Guide/Reviewers and actions taken after Review-1</a:t>
            </a:r>
          </a:p>
          <a:p>
            <a:pPr marL="457200" indent="-457200" eaLnBrk="1" fontAlgn="auto" hangingPunct="1">
              <a:spcAft>
                <a:spcPts val="0"/>
              </a:spcAft>
              <a:buFont typeface="+mj-lt"/>
              <a:buAutoNum type="arabicPeriod"/>
              <a:defRPr/>
            </a:pPr>
            <a:r>
              <a:rPr lang="en-US" sz="2800" dirty="0">
                <a:latin typeface="Times New Roman" panose="02020603050405020304" pitchFamily="18" charset="0"/>
                <a:cs typeface="Times New Roman" panose="02020603050405020304" pitchFamily="18" charset="0"/>
              </a:rPr>
              <a:t>Requirement Analysis</a:t>
            </a:r>
          </a:p>
          <a:p>
            <a:pPr marL="457200" indent="-457200" eaLnBrk="1" fontAlgn="auto" hangingPunct="1">
              <a:spcAft>
                <a:spcPts val="0"/>
              </a:spcAft>
              <a:buFont typeface="+mj-lt"/>
              <a:buAutoNum type="arabicPeriod"/>
              <a:defRPr/>
            </a:pPr>
            <a:r>
              <a:rPr lang="en-US" sz="2800" dirty="0">
                <a:latin typeface="Times New Roman" panose="02020603050405020304" pitchFamily="18" charset="0"/>
                <a:cs typeface="Times New Roman" panose="02020603050405020304" pitchFamily="18" charset="0"/>
              </a:rPr>
              <a:t>Identification of tools/technology/algorithms</a:t>
            </a:r>
          </a:p>
          <a:p>
            <a:pPr marL="457200" indent="-457200" eaLnBrk="1" fontAlgn="auto" hangingPunct="1">
              <a:spcAft>
                <a:spcPts val="0"/>
              </a:spcAft>
              <a:buFont typeface="+mj-lt"/>
              <a:buAutoNum type="arabicPeriod"/>
              <a:defRPr/>
            </a:pPr>
            <a:r>
              <a:rPr lang="en-US" sz="2800" dirty="0">
                <a:latin typeface="Times New Roman" panose="02020603050405020304" pitchFamily="18" charset="0"/>
                <a:cs typeface="Times New Roman" panose="02020603050405020304" pitchFamily="18" charset="0"/>
              </a:rPr>
              <a:t>Design Strategy (project workflow/ system design/ DFD/UML design)</a:t>
            </a:r>
          </a:p>
          <a:p>
            <a:pPr marL="457200" indent="-457200" eaLnBrk="1" fontAlgn="auto" hangingPunct="1">
              <a:spcAft>
                <a:spcPts val="0"/>
              </a:spcAft>
              <a:buFont typeface="+mj-lt"/>
              <a:buAutoNum type="arabicPeriod"/>
              <a:defRPr/>
            </a:pPr>
            <a:r>
              <a:rPr lang="en-US" sz="2800" dirty="0">
                <a:latin typeface="Times New Roman" panose="02020603050405020304" pitchFamily="18" charset="0"/>
                <a:cs typeface="Times New Roman" panose="02020603050405020304" pitchFamily="18" charset="0"/>
              </a:rPr>
              <a:t>Conclusion</a:t>
            </a:r>
          </a:p>
          <a:p>
            <a:pPr marL="457200" indent="-457200" eaLnBrk="1" fontAlgn="auto" hangingPunct="1">
              <a:spcAft>
                <a:spcPts val="0"/>
              </a:spcAft>
              <a:buFont typeface="+mj-lt"/>
              <a:buAutoNum type="arabicPeriod"/>
              <a:defRPr/>
            </a:pPr>
            <a:r>
              <a:rPr lang="en-US" sz="2800" dirty="0">
                <a:latin typeface="Times New Roman" panose="02020603050405020304" pitchFamily="18" charset="0"/>
                <a:cs typeface="Times New Roman" panose="02020603050405020304" pitchFamily="18" charset="0"/>
              </a:rPr>
              <a:t>References</a:t>
            </a:r>
          </a:p>
          <a:p>
            <a:pPr marL="0" indent="0" eaLnBrk="1" fontAlgn="auto" hangingPunct="1">
              <a:spcAft>
                <a:spcPts val="0"/>
              </a:spcAft>
              <a:buFont typeface="Arial" panose="020B0604020202020204" pitchFamily="34" charset="0"/>
              <a:buNone/>
              <a:defRPr/>
            </a:pPr>
            <a:endParaRPr lang="en-IN" sz="2800" dirty="0">
              <a:solidFill>
                <a:srgbClr val="92D050"/>
              </a:solidFill>
              <a:latin typeface="Times New Roman" panose="02020603050405020304" pitchFamily="18" charset="0"/>
              <a:cs typeface="Times New Roman" panose="02020603050405020304" pitchFamily="18" charset="0"/>
            </a:endParaRPr>
          </a:p>
          <a:p>
            <a:pPr marL="457200" indent="-457200" eaLnBrk="1" fontAlgn="auto" hangingPunct="1">
              <a:spcAft>
                <a:spcPts val="0"/>
              </a:spcAft>
              <a:buFont typeface="+mj-lt"/>
              <a:buAutoNum type="arabicPeriod"/>
              <a:defRPr/>
            </a:pPr>
            <a:endParaRPr lang="en-US" sz="2800" dirty="0">
              <a:solidFill>
                <a:srgbClr val="92D050"/>
              </a:solidFill>
              <a:latin typeface="Times New Roman" panose="02020603050405020304" pitchFamily="18" charset="0"/>
              <a:cs typeface="Times New Roman" panose="02020603050405020304" pitchFamily="18" charset="0"/>
            </a:endParaRPr>
          </a:p>
          <a:p>
            <a:pPr eaLnBrk="1" fontAlgn="auto" hangingPunct="1">
              <a:spcAft>
                <a:spcPts val="0"/>
              </a:spcAft>
              <a:buFont typeface="Wingdings" panose="05000000000000000000" pitchFamily="2" charset="2"/>
              <a:buChar char="Ø"/>
              <a:defRPr/>
            </a:pPr>
            <a:endParaRPr lang="en-IN" sz="2000" dirty="0">
              <a:latin typeface="Times New Roman" panose="02020603050405020304" pitchFamily="18" charset="0"/>
              <a:cs typeface="Times New Roman" panose="02020603050405020304" pitchFamily="18" charset="0"/>
            </a:endParaRPr>
          </a:p>
        </p:txBody>
      </p:sp>
      <p:pic>
        <p:nvPicPr>
          <p:cNvPr id="5124" name="Picture 2" descr="D:\GITAM-GST-CSE\2024-25\Capstone-Project\GITAM-newlogo.jpeg">
            <a:extLst>
              <a:ext uri="{FF2B5EF4-FFF2-40B4-BE49-F238E27FC236}">
                <a16:creationId xmlns:a16="http://schemas.microsoft.com/office/drawing/2014/main" id="{89209C07-1AA1-D990-FFC5-BD36CBC372F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04025" y="-26988"/>
            <a:ext cx="2339975" cy="9620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Slide Number Placeholder 1">
            <a:extLst>
              <a:ext uri="{FF2B5EF4-FFF2-40B4-BE49-F238E27FC236}">
                <a16:creationId xmlns:a16="http://schemas.microsoft.com/office/drawing/2014/main" id="{B4DA4C47-4A2B-449B-E3F4-19ECC81611EF}"/>
              </a:ext>
            </a:extLst>
          </p:cNvPr>
          <p:cNvSpPr>
            <a:spLocks noGrp="1"/>
          </p:cNvSpPr>
          <p:nvPr>
            <p:ph type="sldNum" sz="quarter" idx="12"/>
          </p:nvPr>
        </p:nvSpPr>
        <p:spPr/>
        <p:txBody>
          <a:bodyPr/>
          <a:lstStyle/>
          <a:p>
            <a:pPr>
              <a:defRPr/>
            </a:pPr>
            <a:fld id="{15E9D1B8-7EF6-4D9C-8694-90B5BDA32D3D}" type="slidenum">
              <a:rPr lang="en-IN" altLang="en-US" smtClean="0"/>
              <a:pPr>
                <a:defRPr/>
              </a:pPr>
              <a:t>2</a:t>
            </a:fld>
            <a:endParaRPr lang="en-IN"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698" name="Picture 2" descr="D:\GITAM-GST-CSE\2024-25\Capstone-Project\GITAM-newlogo.jpeg">
            <a:extLst>
              <a:ext uri="{FF2B5EF4-FFF2-40B4-BE49-F238E27FC236}">
                <a16:creationId xmlns:a16="http://schemas.microsoft.com/office/drawing/2014/main" id="{CB71F10D-1437-AA85-CDAA-41B2665D52B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04025" y="-26988"/>
            <a:ext cx="2339975" cy="9620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699" name="Rectangle 2">
            <a:extLst>
              <a:ext uri="{FF2B5EF4-FFF2-40B4-BE49-F238E27FC236}">
                <a16:creationId xmlns:a16="http://schemas.microsoft.com/office/drawing/2014/main" id="{D8964E97-B16E-ED33-5994-AC15FB1069CB}"/>
              </a:ext>
            </a:extLst>
          </p:cNvPr>
          <p:cNvSpPr>
            <a:spLocks noChangeArrowheads="1"/>
          </p:cNvSpPr>
          <p:nvPr/>
        </p:nvSpPr>
        <p:spPr bwMode="auto">
          <a:xfrm>
            <a:off x="575187" y="1236664"/>
            <a:ext cx="7993626" cy="2806987"/>
          </a:xfrm>
          <a:prstGeom prst="rect">
            <a:avLst/>
          </a:prstGeom>
          <a:noFill/>
          <a:ln>
            <a:noFill/>
          </a:ln>
        </p:spPr>
        <p:txBody>
          <a:bodyPr wrap="square">
            <a:spAutoFit/>
          </a:bodyPr>
          <a:lstStyle>
            <a:lvl1pPr marL="73025">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just" eaLnBrk="1" hangingPunct="1">
              <a:lnSpc>
                <a:spcPct val="150000"/>
              </a:lnSpc>
              <a:spcBef>
                <a:spcPct val="0"/>
              </a:spcBef>
              <a:buFontTx/>
              <a:buNone/>
              <a:defRPr/>
            </a:pPr>
            <a:r>
              <a:rPr lang="en-US" altLang="en-US" sz="2000" dirty="0">
                <a:latin typeface="Times New Roman" panose="02020603050405020304" pitchFamily="18" charset="0"/>
                <a:cs typeface="Times New Roman" panose="02020603050405020304" pitchFamily="18" charset="0"/>
              </a:rPr>
              <a:t>In autonomous vehicles, if a passenger experiences a sudden medical emergency while traveling, the autonomous system is currently unable to recognize the situation or provide an appropriate response. Autonomous systems lack the capability to monitor passenger health, detect emergencies, and deliver necessary support. This limitation poses a significant risk to passenger safety in </a:t>
            </a:r>
            <a:r>
              <a:rPr lang="en-US" sz="2000" dirty="0">
                <a:latin typeface="Times New Roman" panose="02020603050405020304" pitchFamily="18" charset="0"/>
                <a:cs typeface="Times New Roman" panose="02020603050405020304" pitchFamily="18" charset="0"/>
              </a:rPr>
              <a:t>autonomous vehicle systems.</a:t>
            </a:r>
            <a:endParaRPr lang="en-US" altLang="en-US" sz="2000" b="1" i="1" u="sng" dirty="0">
              <a:latin typeface="Times New Roman" panose="02020603050405020304" pitchFamily="18" charset="0"/>
              <a:cs typeface="Times New Roman" panose="02020603050405020304" pitchFamily="18" charset="0"/>
            </a:endParaRPr>
          </a:p>
        </p:txBody>
      </p:sp>
      <p:sp>
        <p:nvSpPr>
          <p:cNvPr id="29700" name="Title 1">
            <a:extLst>
              <a:ext uri="{FF2B5EF4-FFF2-40B4-BE49-F238E27FC236}">
                <a16:creationId xmlns:a16="http://schemas.microsoft.com/office/drawing/2014/main" id="{8CCDAEE5-A6B5-571D-0B3C-3E5383F77F4E}"/>
              </a:ext>
            </a:extLst>
          </p:cNvPr>
          <p:cNvSpPr>
            <a:spLocks noGrp="1"/>
          </p:cNvSpPr>
          <p:nvPr>
            <p:ph type="title"/>
          </p:nvPr>
        </p:nvSpPr>
        <p:spPr/>
        <p:txBody>
          <a:bodyPr/>
          <a:lstStyle/>
          <a:p>
            <a:r>
              <a:rPr lang="en-US" altLang="en-US" sz="2800" b="1">
                <a:solidFill>
                  <a:srgbClr val="0070C0"/>
                </a:solidFill>
                <a:latin typeface="Times New Roman"/>
                <a:cs typeface="Times New Roman"/>
              </a:rPr>
              <a:t>Problem Statement</a:t>
            </a:r>
            <a:endParaRPr lang="en-IN" altLang="en-US" sz="2800" b="1">
              <a:solidFill>
                <a:srgbClr val="0070C0"/>
              </a:solidFill>
              <a:latin typeface="Times New Roman" panose="02020603050405020304" pitchFamily="18" charset="0"/>
              <a:cs typeface="Times New Roman" panose="02020603050405020304" pitchFamily="18" charset="0"/>
            </a:endParaRPr>
          </a:p>
        </p:txBody>
      </p:sp>
      <p:sp>
        <p:nvSpPr>
          <p:cNvPr id="2" name="Slide Number Placeholder 1">
            <a:extLst>
              <a:ext uri="{FF2B5EF4-FFF2-40B4-BE49-F238E27FC236}">
                <a16:creationId xmlns:a16="http://schemas.microsoft.com/office/drawing/2014/main" id="{E1F8AFE6-048B-915D-B10F-DC1450E7433C}"/>
              </a:ext>
            </a:extLst>
          </p:cNvPr>
          <p:cNvSpPr>
            <a:spLocks noGrp="1"/>
          </p:cNvSpPr>
          <p:nvPr>
            <p:ph type="sldNum" sz="quarter" idx="12"/>
          </p:nvPr>
        </p:nvSpPr>
        <p:spPr/>
        <p:txBody>
          <a:bodyPr/>
          <a:lstStyle/>
          <a:p>
            <a:pPr>
              <a:defRPr/>
            </a:pPr>
            <a:fld id="{15E9D1B8-7EF6-4D9C-8694-90B5BDA32D3D}" type="slidenum">
              <a:rPr lang="en-IN" altLang="en-US" smtClean="0"/>
              <a:pPr>
                <a:defRPr/>
              </a:pPr>
              <a:t>3</a:t>
            </a:fld>
            <a:endParaRPr lang="en-IN"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6F376D-A7C9-C704-31A4-9690FE295EB1}"/>
            </a:ext>
          </a:extLst>
        </p:cNvPr>
        <p:cNvGrpSpPr/>
        <p:nvPr/>
      </p:nvGrpSpPr>
      <p:grpSpPr>
        <a:xfrm>
          <a:off x="0" y="0"/>
          <a:ext cx="0" cy="0"/>
          <a:chOff x="0" y="0"/>
          <a:chExt cx="0" cy="0"/>
        </a:xfrm>
      </p:grpSpPr>
      <p:pic>
        <p:nvPicPr>
          <p:cNvPr id="31746" name="Picture 2" descr="D:\GITAM-GST-CSE\2024-25\Capstone-Project\GITAM-newlogo.jpeg">
            <a:extLst>
              <a:ext uri="{FF2B5EF4-FFF2-40B4-BE49-F238E27FC236}">
                <a16:creationId xmlns:a16="http://schemas.microsoft.com/office/drawing/2014/main" id="{91DCFB6B-6604-0E51-8571-B2D5CF954F1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04025" y="-26988"/>
            <a:ext cx="2339975" cy="9620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747" name="Rectangle 2">
            <a:extLst>
              <a:ext uri="{FF2B5EF4-FFF2-40B4-BE49-F238E27FC236}">
                <a16:creationId xmlns:a16="http://schemas.microsoft.com/office/drawing/2014/main" id="{4A9336C7-CAF2-FB16-A4FB-E1128353C461}"/>
              </a:ext>
            </a:extLst>
          </p:cNvPr>
          <p:cNvSpPr>
            <a:spLocks noChangeArrowheads="1"/>
          </p:cNvSpPr>
          <p:nvPr/>
        </p:nvSpPr>
        <p:spPr bwMode="auto">
          <a:xfrm>
            <a:off x="431800" y="1309689"/>
            <a:ext cx="8280400" cy="3736279"/>
          </a:xfrm>
          <a:prstGeom prst="rect">
            <a:avLst/>
          </a:prstGeom>
          <a:noFill/>
          <a:ln>
            <a:noFill/>
          </a:ln>
        </p:spPr>
        <p:txBody>
          <a:bodyPr>
            <a:spAutoFit/>
          </a:bodyPr>
          <a:lstStyle>
            <a:lvl1pPr marL="73025">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just" eaLnBrk="1" hangingPunct="1">
              <a:lnSpc>
                <a:spcPct val="150000"/>
              </a:lnSpc>
              <a:spcBef>
                <a:spcPct val="0"/>
              </a:spcBef>
              <a:buNone/>
              <a:defRPr/>
            </a:pPr>
            <a:r>
              <a:rPr lang="en-US" sz="2000" dirty="0">
                <a:latin typeface="Times New Roman" panose="02020603050405020304" pitchFamily="18" charset="0"/>
                <a:cs typeface="Times New Roman" panose="02020603050405020304" pitchFamily="18" charset="0"/>
              </a:rPr>
              <a:t>The project aims to track passenger health using an ECG sensor and a live camera for continuous monitoring. Camera data will be processed using deep learning models such as YOLOv8, ResNet, </a:t>
            </a:r>
            <a:r>
              <a:rPr lang="en-US" sz="2000" dirty="0" err="1">
                <a:latin typeface="Times New Roman" panose="02020603050405020304" pitchFamily="18" charset="0"/>
                <a:cs typeface="Times New Roman" panose="02020603050405020304" pitchFamily="18" charset="0"/>
              </a:rPr>
              <a:t>PoseNet</a:t>
            </a:r>
            <a:r>
              <a:rPr lang="en-US" sz="2000" dirty="0">
                <a:latin typeface="Times New Roman" panose="02020603050405020304" pitchFamily="18" charset="0"/>
                <a:cs typeface="Times New Roman" panose="02020603050405020304" pitchFamily="18" charset="0"/>
              </a:rPr>
              <a:t>, and GazeNet to detect and analyze passenger </a:t>
            </a:r>
            <a:r>
              <a:rPr lang="en-US" sz="2000" dirty="0" err="1">
                <a:latin typeface="Times New Roman" panose="02020603050405020304" pitchFamily="18" charset="0"/>
                <a:cs typeface="Times New Roman" panose="02020603050405020304" pitchFamily="18" charset="0"/>
              </a:rPr>
              <a:t>behaviour</a:t>
            </a:r>
            <a:r>
              <a:rPr lang="en-US" sz="2000" dirty="0">
                <a:latin typeface="Times New Roman" panose="02020603050405020304" pitchFamily="18" charset="0"/>
                <a:cs typeface="Times New Roman" panose="02020603050405020304" pitchFamily="18" charset="0"/>
              </a:rPr>
              <a:t>. The fusion of camera and sensor data will be implemented using the Jetson AGX SDK (HPC) to enable efficient real-time processing. Finally, the developed system model will be validated by integrating it into a real buggy for performance evaluation and testing under real-world conditions.</a:t>
            </a:r>
            <a:endParaRPr lang="en-US" altLang="en-US" sz="2000" dirty="0">
              <a:latin typeface="Times New Roman" panose="02020603050405020304" pitchFamily="18" charset="0"/>
              <a:cs typeface="Times New Roman" panose="02020603050405020304" pitchFamily="18" charset="0"/>
            </a:endParaRPr>
          </a:p>
        </p:txBody>
      </p:sp>
      <p:sp>
        <p:nvSpPr>
          <p:cNvPr id="31748" name="Title 1">
            <a:extLst>
              <a:ext uri="{FF2B5EF4-FFF2-40B4-BE49-F238E27FC236}">
                <a16:creationId xmlns:a16="http://schemas.microsoft.com/office/drawing/2014/main" id="{28C73797-130D-E64A-F94D-3D5E25EA477A}"/>
              </a:ext>
            </a:extLst>
          </p:cNvPr>
          <p:cNvSpPr>
            <a:spLocks noGrp="1"/>
          </p:cNvSpPr>
          <p:nvPr>
            <p:ph type="title"/>
          </p:nvPr>
        </p:nvSpPr>
        <p:spPr>
          <a:xfrm>
            <a:off x="482600" y="347663"/>
            <a:ext cx="8229600" cy="1143000"/>
          </a:xfrm>
        </p:spPr>
        <p:txBody>
          <a:bodyPr/>
          <a:lstStyle/>
          <a:p>
            <a:r>
              <a:rPr lang="en-US" altLang="en-US" sz="2800" b="1" dirty="0">
                <a:solidFill>
                  <a:srgbClr val="0070C0"/>
                </a:solidFill>
                <a:latin typeface="Times New Roman" panose="02020603050405020304" pitchFamily="18" charset="0"/>
                <a:cs typeface="Times New Roman" panose="02020603050405020304" pitchFamily="18" charset="0"/>
              </a:rPr>
              <a:t>Objective</a:t>
            </a:r>
            <a:endParaRPr lang="en-IN" altLang="en-US" sz="2800" b="1" dirty="0">
              <a:solidFill>
                <a:srgbClr val="0070C0"/>
              </a:solidFill>
              <a:latin typeface="Times New Roman" panose="02020603050405020304" pitchFamily="18" charset="0"/>
              <a:cs typeface="Times New Roman" panose="02020603050405020304" pitchFamily="18" charset="0"/>
            </a:endParaRPr>
          </a:p>
        </p:txBody>
      </p:sp>
      <p:sp>
        <p:nvSpPr>
          <p:cNvPr id="2" name="Slide Number Placeholder 1">
            <a:extLst>
              <a:ext uri="{FF2B5EF4-FFF2-40B4-BE49-F238E27FC236}">
                <a16:creationId xmlns:a16="http://schemas.microsoft.com/office/drawing/2014/main" id="{23F2A774-228E-2415-D047-CE701076BBE9}"/>
              </a:ext>
            </a:extLst>
          </p:cNvPr>
          <p:cNvSpPr>
            <a:spLocks noGrp="1"/>
          </p:cNvSpPr>
          <p:nvPr>
            <p:ph type="sldNum" sz="quarter" idx="12"/>
          </p:nvPr>
        </p:nvSpPr>
        <p:spPr/>
        <p:txBody>
          <a:bodyPr/>
          <a:lstStyle/>
          <a:p>
            <a:pPr>
              <a:defRPr/>
            </a:pPr>
            <a:fld id="{15E9D1B8-7EF6-4D9C-8694-90B5BDA32D3D}" type="slidenum">
              <a:rPr lang="en-IN" altLang="en-US" smtClean="0"/>
              <a:pPr>
                <a:defRPr/>
              </a:pPr>
              <a:t>4</a:t>
            </a:fld>
            <a:endParaRPr lang="en-IN" altLang="en-US"/>
          </a:p>
        </p:txBody>
      </p:sp>
    </p:spTree>
    <p:extLst>
      <p:ext uri="{BB962C8B-B14F-4D97-AF65-F5344CB8AC3E}">
        <p14:creationId xmlns:p14="http://schemas.microsoft.com/office/powerpoint/2010/main" val="21751996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B80F7D-511D-0A61-CEDF-26430F7A14D0}"/>
            </a:ext>
          </a:extLst>
        </p:cNvPr>
        <p:cNvGrpSpPr/>
        <p:nvPr/>
      </p:nvGrpSpPr>
      <p:grpSpPr>
        <a:xfrm>
          <a:off x="0" y="0"/>
          <a:ext cx="0" cy="0"/>
          <a:chOff x="0" y="0"/>
          <a:chExt cx="0" cy="0"/>
        </a:xfrm>
      </p:grpSpPr>
      <p:pic>
        <p:nvPicPr>
          <p:cNvPr id="31746" name="Picture 2" descr="D:\GITAM-GST-CSE\2024-25\Capstone-Project\GITAM-newlogo.jpeg">
            <a:extLst>
              <a:ext uri="{FF2B5EF4-FFF2-40B4-BE49-F238E27FC236}">
                <a16:creationId xmlns:a16="http://schemas.microsoft.com/office/drawing/2014/main" id="{EAA34CD8-43A7-E962-73F2-5A4BED3A6DA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04025" y="-26988"/>
            <a:ext cx="2339975" cy="9620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747" name="Rectangle 2">
            <a:extLst>
              <a:ext uri="{FF2B5EF4-FFF2-40B4-BE49-F238E27FC236}">
                <a16:creationId xmlns:a16="http://schemas.microsoft.com/office/drawing/2014/main" id="{BB7725EE-A43C-F15B-63B5-01B6EB0BF2C7}"/>
              </a:ext>
            </a:extLst>
          </p:cNvPr>
          <p:cNvSpPr>
            <a:spLocks noChangeArrowheads="1"/>
          </p:cNvSpPr>
          <p:nvPr/>
        </p:nvSpPr>
        <p:spPr bwMode="auto">
          <a:xfrm>
            <a:off x="431800" y="1601725"/>
            <a:ext cx="8280400" cy="5761642"/>
          </a:xfrm>
          <a:prstGeom prst="rect">
            <a:avLst/>
          </a:prstGeom>
          <a:noFill/>
          <a:ln>
            <a:noFill/>
          </a:ln>
        </p:spPr>
        <p:txBody>
          <a:bodyPr>
            <a:spAutoFit/>
          </a:bodyPr>
          <a:lstStyle>
            <a:lvl1pPr marL="73025">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just" eaLnBrk="1" hangingPunct="1">
              <a:lnSpc>
                <a:spcPct val="150000"/>
              </a:lnSpc>
              <a:spcBef>
                <a:spcPct val="0"/>
              </a:spcBef>
              <a:buNone/>
              <a:defRPr/>
            </a:pPr>
            <a:r>
              <a:rPr lang="en-US" altLang="en-US" sz="2400" b="1" dirty="0">
                <a:latin typeface="Times New Roman" panose="02020603050405020304" pitchFamily="18" charset="0"/>
                <a:cs typeface="Times New Roman" panose="02020603050405020304" pitchFamily="18" charset="0"/>
              </a:rPr>
              <a:t>Feedback from Reviewers</a:t>
            </a:r>
            <a:endParaRPr lang="en-US" altLang="en-US" sz="2000" b="1" dirty="0">
              <a:latin typeface="Times New Roman" panose="02020603050405020304" pitchFamily="18" charset="0"/>
              <a:cs typeface="Times New Roman" panose="02020603050405020304" pitchFamily="18" charset="0"/>
            </a:endParaRPr>
          </a:p>
          <a:p>
            <a:pPr marL="415925" indent="-342900" algn="just" eaLnBrk="1" hangingPunct="1">
              <a:lnSpc>
                <a:spcPct val="150000"/>
              </a:lnSpc>
              <a:spcBef>
                <a:spcPct val="0"/>
              </a:spcBef>
              <a:defRPr/>
            </a:pPr>
            <a:r>
              <a:rPr lang="en-US" altLang="en-US" sz="2000" dirty="0">
                <a:latin typeface="Times New Roman" panose="02020603050405020304" pitchFamily="18" charset="0"/>
                <a:cs typeface="Times New Roman" panose="02020603050405020304" pitchFamily="18" charset="0"/>
              </a:rPr>
              <a:t>Write the objective in a single paragraph.</a:t>
            </a:r>
          </a:p>
          <a:p>
            <a:pPr algn="just" eaLnBrk="1" hangingPunct="1">
              <a:lnSpc>
                <a:spcPct val="150000"/>
              </a:lnSpc>
              <a:spcBef>
                <a:spcPct val="0"/>
              </a:spcBef>
              <a:buNone/>
              <a:defRPr/>
            </a:pPr>
            <a:r>
              <a:rPr lang="en-US" altLang="en-US" sz="2400" b="1" dirty="0">
                <a:latin typeface="Times New Roman" panose="02020603050405020304" pitchFamily="18" charset="0"/>
                <a:cs typeface="Times New Roman" panose="02020603050405020304" pitchFamily="18" charset="0"/>
              </a:rPr>
              <a:t>Feedback from Guide</a:t>
            </a:r>
          </a:p>
          <a:p>
            <a:pPr marL="415925" indent="-342900" algn="just" eaLnBrk="1" hangingPunct="1">
              <a:lnSpc>
                <a:spcPct val="150000"/>
              </a:lnSpc>
              <a:spcBef>
                <a:spcPct val="0"/>
              </a:spcBef>
              <a:defRPr/>
            </a:pPr>
            <a:r>
              <a:rPr lang="en-US" altLang="en-US" sz="2000" dirty="0">
                <a:latin typeface="Times New Roman" panose="02020603050405020304" pitchFamily="18" charset="0"/>
                <a:cs typeface="Times New Roman" panose="02020603050405020304" pitchFamily="18" charset="0"/>
              </a:rPr>
              <a:t>Ensure the proper analysis for the research gap. </a:t>
            </a:r>
          </a:p>
          <a:p>
            <a:pPr marL="415925" indent="-342900" algn="just" eaLnBrk="1" hangingPunct="1">
              <a:lnSpc>
                <a:spcPct val="150000"/>
              </a:lnSpc>
              <a:spcBef>
                <a:spcPct val="0"/>
              </a:spcBef>
              <a:defRPr/>
            </a:pPr>
            <a:r>
              <a:rPr lang="en-US" altLang="en-US" sz="2000" dirty="0">
                <a:latin typeface="Times New Roman" panose="02020603050405020304" pitchFamily="18" charset="0"/>
                <a:cs typeface="Times New Roman" panose="02020603050405020304" pitchFamily="18" charset="0"/>
              </a:rPr>
              <a:t>Identify the ECG sensor working principle and find the integration into the Jetson board.</a:t>
            </a:r>
          </a:p>
          <a:p>
            <a:pPr algn="just" eaLnBrk="1" hangingPunct="1">
              <a:lnSpc>
                <a:spcPct val="150000"/>
              </a:lnSpc>
              <a:spcBef>
                <a:spcPct val="0"/>
              </a:spcBef>
              <a:buNone/>
              <a:defRPr/>
            </a:pPr>
            <a:r>
              <a:rPr lang="en-US" altLang="en-US" sz="2000" b="1" dirty="0">
                <a:latin typeface="Times New Roman" panose="02020603050405020304" pitchFamily="18" charset="0"/>
                <a:cs typeface="Times New Roman" panose="02020603050405020304" pitchFamily="18" charset="0"/>
              </a:rPr>
              <a:t>Actions Taken:</a:t>
            </a:r>
          </a:p>
          <a:p>
            <a:pPr marL="415925" indent="-342900" algn="just" eaLnBrk="1" hangingPunct="1">
              <a:lnSpc>
                <a:spcPct val="150000"/>
              </a:lnSpc>
              <a:spcBef>
                <a:spcPct val="0"/>
              </a:spcBef>
              <a:defRPr/>
            </a:pPr>
            <a:r>
              <a:rPr lang="en-US" altLang="en-US" sz="2000" dirty="0">
                <a:latin typeface="Times New Roman" panose="02020603050405020304" pitchFamily="18" charset="0"/>
                <a:cs typeface="Times New Roman" panose="02020603050405020304" pitchFamily="18" charset="0"/>
              </a:rPr>
              <a:t>We have changed the objective as per the guidance.</a:t>
            </a:r>
          </a:p>
          <a:p>
            <a:pPr marL="415925" indent="-342900" algn="just" eaLnBrk="1" hangingPunct="1">
              <a:lnSpc>
                <a:spcPct val="150000"/>
              </a:lnSpc>
              <a:spcBef>
                <a:spcPct val="0"/>
              </a:spcBef>
              <a:defRPr/>
            </a:pPr>
            <a:r>
              <a:rPr lang="en-US" altLang="en-US" sz="2000" dirty="0">
                <a:latin typeface="Times New Roman" panose="02020603050405020304" pitchFamily="18" charset="0"/>
                <a:cs typeface="Times New Roman" panose="02020603050405020304" pitchFamily="18" charset="0"/>
              </a:rPr>
              <a:t>We have also gone through the research papers.</a:t>
            </a:r>
          </a:p>
          <a:p>
            <a:pPr marL="415925" indent="-342900" algn="just" eaLnBrk="1" hangingPunct="1">
              <a:lnSpc>
                <a:spcPct val="150000"/>
              </a:lnSpc>
              <a:spcBef>
                <a:spcPct val="0"/>
              </a:spcBef>
              <a:defRPr/>
            </a:pPr>
            <a:r>
              <a:rPr lang="en-US" altLang="en-US" sz="2000" dirty="0">
                <a:latin typeface="Times New Roman" panose="02020603050405020304" pitchFamily="18" charset="0"/>
                <a:cs typeface="Times New Roman" panose="02020603050405020304" pitchFamily="18" charset="0"/>
              </a:rPr>
              <a:t>We have worked</a:t>
            </a:r>
            <a:r>
              <a:rPr lang="en-US" sz="2000" dirty="0">
                <a:latin typeface="Times New Roman" panose="02020603050405020304" pitchFamily="18" charset="0"/>
                <a:cs typeface="Times New Roman" panose="02020603050405020304" pitchFamily="18" charset="0"/>
              </a:rPr>
              <a:t> on detecting heart electrical signals, and our next step is to integrate it with the Jetson board.</a:t>
            </a:r>
            <a:endParaRPr lang="en-US" altLang="en-US" sz="2000" dirty="0">
              <a:latin typeface="Times New Roman" panose="02020603050405020304" pitchFamily="18" charset="0"/>
              <a:cs typeface="Times New Roman" panose="02020603050405020304" pitchFamily="18" charset="0"/>
            </a:endParaRPr>
          </a:p>
          <a:p>
            <a:pPr marL="415925" indent="-342900" algn="just" eaLnBrk="1" hangingPunct="1">
              <a:lnSpc>
                <a:spcPct val="150000"/>
              </a:lnSpc>
              <a:spcBef>
                <a:spcPct val="0"/>
              </a:spcBef>
              <a:defRPr/>
            </a:pPr>
            <a:endParaRPr lang="en-US" altLang="en-US" sz="2000" dirty="0">
              <a:latin typeface="Times New Roman" panose="02020603050405020304" pitchFamily="18" charset="0"/>
              <a:cs typeface="Times New Roman" panose="02020603050405020304" pitchFamily="18" charset="0"/>
            </a:endParaRPr>
          </a:p>
        </p:txBody>
      </p:sp>
      <p:sp>
        <p:nvSpPr>
          <p:cNvPr id="31748" name="Title 1">
            <a:extLst>
              <a:ext uri="{FF2B5EF4-FFF2-40B4-BE49-F238E27FC236}">
                <a16:creationId xmlns:a16="http://schemas.microsoft.com/office/drawing/2014/main" id="{B8361302-EB5C-3E63-FD0C-BFA6565C38F8}"/>
              </a:ext>
            </a:extLst>
          </p:cNvPr>
          <p:cNvSpPr>
            <a:spLocks noGrp="1"/>
          </p:cNvSpPr>
          <p:nvPr>
            <p:ph type="title"/>
          </p:nvPr>
        </p:nvSpPr>
        <p:spPr>
          <a:xfrm>
            <a:off x="431800" y="935038"/>
            <a:ext cx="8229600" cy="1143000"/>
          </a:xfrm>
        </p:spPr>
        <p:txBody>
          <a:bodyPr/>
          <a:lstStyle/>
          <a:p>
            <a:r>
              <a:rPr lang="en-US" altLang="en-US" sz="2800" b="1" dirty="0">
                <a:solidFill>
                  <a:srgbClr val="0070C0"/>
                </a:solidFill>
                <a:latin typeface="Times New Roman" panose="02020603050405020304" pitchFamily="18" charset="0"/>
                <a:cs typeface="Times New Roman" panose="02020603050405020304" pitchFamily="18" charset="0"/>
              </a:rPr>
              <a:t>Feedback from Guide/Reviewers and actions taken after Review-1</a:t>
            </a:r>
            <a:br>
              <a:rPr lang="en-US" sz="2800" dirty="0">
                <a:latin typeface="Times New Roman" panose="02020603050405020304" pitchFamily="18" charset="0"/>
                <a:cs typeface="Times New Roman" panose="02020603050405020304" pitchFamily="18" charset="0"/>
              </a:rPr>
            </a:br>
            <a:endParaRPr lang="en-IN" altLang="en-US" sz="2800" b="1" dirty="0">
              <a:solidFill>
                <a:srgbClr val="0070C0"/>
              </a:solidFill>
              <a:latin typeface="Times New Roman" panose="02020603050405020304" pitchFamily="18" charset="0"/>
              <a:cs typeface="Times New Roman" panose="02020603050405020304" pitchFamily="18" charset="0"/>
            </a:endParaRPr>
          </a:p>
        </p:txBody>
      </p:sp>
      <p:sp>
        <p:nvSpPr>
          <p:cNvPr id="2" name="Slide Number Placeholder 1">
            <a:extLst>
              <a:ext uri="{FF2B5EF4-FFF2-40B4-BE49-F238E27FC236}">
                <a16:creationId xmlns:a16="http://schemas.microsoft.com/office/drawing/2014/main" id="{C1C14BBD-658D-54A8-C69A-B4CE725F77DD}"/>
              </a:ext>
            </a:extLst>
          </p:cNvPr>
          <p:cNvSpPr>
            <a:spLocks noGrp="1"/>
          </p:cNvSpPr>
          <p:nvPr>
            <p:ph type="sldNum" sz="quarter" idx="12"/>
          </p:nvPr>
        </p:nvSpPr>
        <p:spPr/>
        <p:txBody>
          <a:bodyPr/>
          <a:lstStyle/>
          <a:p>
            <a:pPr>
              <a:defRPr/>
            </a:pPr>
            <a:fld id="{15E9D1B8-7EF6-4D9C-8694-90B5BDA32D3D}" type="slidenum">
              <a:rPr lang="en-IN" altLang="en-US" smtClean="0"/>
              <a:pPr>
                <a:defRPr/>
              </a:pPr>
              <a:t>5</a:t>
            </a:fld>
            <a:endParaRPr lang="en-IN" altLang="en-US"/>
          </a:p>
        </p:txBody>
      </p:sp>
    </p:spTree>
    <p:extLst>
      <p:ext uri="{BB962C8B-B14F-4D97-AF65-F5344CB8AC3E}">
        <p14:creationId xmlns:p14="http://schemas.microsoft.com/office/powerpoint/2010/main" val="39248555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009F05-FF31-C012-04E4-F12F6D57E66C}"/>
            </a:ext>
          </a:extLst>
        </p:cNvPr>
        <p:cNvGrpSpPr/>
        <p:nvPr/>
      </p:nvGrpSpPr>
      <p:grpSpPr>
        <a:xfrm>
          <a:off x="0" y="0"/>
          <a:ext cx="0" cy="0"/>
          <a:chOff x="0" y="0"/>
          <a:chExt cx="0" cy="0"/>
        </a:xfrm>
      </p:grpSpPr>
      <p:pic>
        <p:nvPicPr>
          <p:cNvPr id="31746" name="Picture 2" descr="D:\GITAM-GST-CSE\2024-25\Capstone-Project\GITAM-newlogo.jpeg">
            <a:extLst>
              <a:ext uri="{FF2B5EF4-FFF2-40B4-BE49-F238E27FC236}">
                <a16:creationId xmlns:a16="http://schemas.microsoft.com/office/drawing/2014/main" id="{43877E68-8664-B932-C085-7C6BE09D2E2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04025" y="-26988"/>
            <a:ext cx="2339975" cy="9620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747" name="Rectangle 2">
            <a:extLst>
              <a:ext uri="{FF2B5EF4-FFF2-40B4-BE49-F238E27FC236}">
                <a16:creationId xmlns:a16="http://schemas.microsoft.com/office/drawing/2014/main" id="{F8530EB7-C8D6-02ED-C1A5-B8C6D269C177}"/>
              </a:ext>
            </a:extLst>
          </p:cNvPr>
          <p:cNvSpPr>
            <a:spLocks noChangeArrowheads="1"/>
          </p:cNvSpPr>
          <p:nvPr/>
        </p:nvSpPr>
        <p:spPr bwMode="auto">
          <a:xfrm>
            <a:off x="431800" y="1311643"/>
            <a:ext cx="8280400" cy="1133965"/>
          </a:xfrm>
          <a:prstGeom prst="rect">
            <a:avLst/>
          </a:prstGeom>
          <a:noFill/>
          <a:ln>
            <a:noFill/>
          </a:ln>
        </p:spPr>
        <p:txBody>
          <a:bodyPr>
            <a:spAutoFit/>
          </a:bodyPr>
          <a:lstStyle>
            <a:lvl1pPr marL="73025">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just" eaLnBrk="1" hangingPunct="1">
              <a:lnSpc>
                <a:spcPct val="150000"/>
              </a:lnSpc>
              <a:spcBef>
                <a:spcPct val="0"/>
              </a:spcBef>
              <a:buNone/>
              <a:defRPr/>
            </a:pPr>
            <a:r>
              <a:rPr lang="en-US" altLang="en-US" sz="2400" b="1" dirty="0">
                <a:latin typeface="Times New Roman" panose="02020603050405020304" pitchFamily="18" charset="0"/>
                <a:cs typeface="Times New Roman" panose="02020603050405020304" pitchFamily="18" charset="0"/>
              </a:rPr>
              <a:t>Hardware Requirements </a:t>
            </a:r>
          </a:p>
          <a:p>
            <a:pPr marL="415925" indent="-342900" algn="just" eaLnBrk="1" hangingPunct="1">
              <a:lnSpc>
                <a:spcPct val="150000"/>
              </a:lnSpc>
              <a:spcBef>
                <a:spcPct val="0"/>
              </a:spcBef>
              <a:defRPr/>
            </a:pPr>
            <a:endParaRPr lang="en-US" altLang="en-US" sz="2400" dirty="0">
              <a:latin typeface="Times New Roman" panose="02020603050405020304" pitchFamily="18" charset="0"/>
              <a:cs typeface="Times New Roman" panose="02020603050405020304" pitchFamily="18" charset="0"/>
            </a:endParaRPr>
          </a:p>
        </p:txBody>
      </p:sp>
      <p:sp>
        <p:nvSpPr>
          <p:cNvPr id="31748" name="Title 1">
            <a:extLst>
              <a:ext uri="{FF2B5EF4-FFF2-40B4-BE49-F238E27FC236}">
                <a16:creationId xmlns:a16="http://schemas.microsoft.com/office/drawing/2014/main" id="{8123E9EF-25A0-67ED-1F0D-0091BDDD6FF7}"/>
              </a:ext>
            </a:extLst>
          </p:cNvPr>
          <p:cNvSpPr>
            <a:spLocks noGrp="1"/>
          </p:cNvSpPr>
          <p:nvPr>
            <p:ph type="title"/>
          </p:nvPr>
        </p:nvSpPr>
        <p:spPr>
          <a:xfrm>
            <a:off x="431800" y="637810"/>
            <a:ext cx="8229600" cy="1143000"/>
          </a:xfrm>
        </p:spPr>
        <p:txBody>
          <a:bodyPr/>
          <a:lstStyle/>
          <a:p>
            <a:r>
              <a:rPr lang="en-US" altLang="en-US" sz="2800" b="1" dirty="0">
                <a:solidFill>
                  <a:srgbClr val="0070C0"/>
                </a:solidFill>
                <a:latin typeface="Times New Roman" panose="02020603050405020304" pitchFamily="18" charset="0"/>
                <a:cs typeface="Times New Roman" panose="02020603050405020304" pitchFamily="18" charset="0"/>
              </a:rPr>
              <a:t>Requirement Analysis</a:t>
            </a:r>
            <a:br>
              <a:rPr lang="en-US" sz="2800" dirty="0">
                <a:latin typeface="Times New Roman" panose="02020603050405020304" pitchFamily="18" charset="0"/>
                <a:cs typeface="Times New Roman" panose="02020603050405020304" pitchFamily="18" charset="0"/>
              </a:rPr>
            </a:br>
            <a:endParaRPr lang="en-IN" altLang="en-US" sz="2800" b="1" dirty="0">
              <a:solidFill>
                <a:srgbClr val="0070C0"/>
              </a:solidFill>
              <a:latin typeface="Times New Roman" panose="02020603050405020304" pitchFamily="18" charset="0"/>
              <a:cs typeface="Times New Roman" panose="02020603050405020304" pitchFamily="18" charset="0"/>
            </a:endParaRPr>
          </a:p>
        </p:txBody>
      </p:sp>
      <p:sp>
        <p:nvSpPr>
          <p:cNvPr id="2" name="Slide Number Placeholder 1">
            <a:extLst>
              <a:ext uri="{FF2B5EF4-FFF2-40B4-BE49-F238E27FC236}">
                <a16:creationId xmlns:a16="http://schemas.microsoft.com/office/drawing/2014/main" id="{B734660B-7322-90DD-726B-C52DE5124C97}"/>
              </a:ext>
            </a:extLst>
          </p:cNvPr>
          <p:cNvSpPr>
            <a:spLocks noGrp="1"/>
          </p:cNvSpPr>
          <p:nvPr>
            <p:ph type="sldNum" sz="quarter" idx="12"/>
          </p:nvPr>
        </p:nvSpPr>
        <p:spPr/>
        <p:txBody>
          <a:bodyPr/>
          <a:lstStyle/>
          <a:p>
            <a:pPr>
              <a:defRPr/>
            </a:pPr>
            <a:fld id="{15E9D1B8-7EF6-4D9C-8694-90B5BDA32D3D}" type="slidenum">
              <a:rPr lang="en-IN" altLang="en-US" smtClean="0"/>
              <a:pPr>
                <a:defRPr/>
              </a:pPr>
              <a:t>6</a:t>
            </a:fld>
            <a:endParaRPr lang="en-IN" altLang="en-US"/>
          </a:p>
        </p:txBody>
      </p:sp>
      <p:pic>
        <p:nvPicPr>
          <p:cNvPr id="4" name="Picture 3">
            <a:extLst>
              <a:ext uri="{FF2B5EF4-FFF2-40B4-BE49-F238E27FC236}">
                <a16:creationId xmlns:a16="http://schemas.microsoft.com/office/drawing/2014/main" id="{17D10EF0-DCC5-ACAD-CD25-C5486AB5680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53143" y="2203222"/>
            <a:ext cx="1971675" cy="1833312"/>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8" name="Picture 7">
            <a:extLst>
              <a:ext uri="{FF2B5EF4-FFF2-40B4-BE49-F238E27FC236}">
                <a16:creationId xmlns:a16="http://schemas.microsoft.com/office/drawing/2014/main" id="{17451B66-C6BE-9E82-21B4-779CBE9D3B0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586162" y="2223054"/>
            <a:ext cx="1971675" cy="1833312"/>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9" name="Picture 9" descr="Arduino - Wikipedia">
            <a:extLst>
              <a:ext uri="{FF2B5EF4-FFF2-40B4-BE49-F238E27FC236}">
                <a16:creationId xmlns:a16="http://schemas.microsoft.com/office/drawing/2014/main" id="{31556B2E-5ACF-1E3F-36D5-3B1C1ABF7E0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454654" y="2213956"/>
            <a:ext cx="1971675" cy="1833312"/>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pic>
        <p:nvPicPr>
          <p:cNvPr id="11" name="Picture 10">
            <a:extLst>
              <a:ext uri="{FF2B5EF4-FFF2-40B4-BE49-F238E27FC236}">
                <a16:creationId xmlns:a16="http://schemas.microsoft.com/office/drawing/2014/main" id="{0AFCD3FB-8171-7097-6D8D-405F2A64F45F}"/>
              </a:ext>
            </a:extLst>
          </p:cNvPr>
          <p:cNvPicPr>
            <a:picLocks noChangeAspect="1"/>
          </p:cNvPicPr>
          <p:nvPr/>
        </p:nvPicPr>
        <p:blipFill>
          <a:blip r:embed="rId7">
            <a:extLst>
              <a:ext uri="{28A0092B-C50C-407E-A947-70E740481C1C}">
                <a14:useLocalDpi xmlns:a14="http://schemas.microsoft.com/office/drawing/2010/main" val="0"/>
              </a:ext>
            </a:extLst>
          </a:blip>
          <a:srcRect b="13900"/>
          <a:stretch>
            <a:fillRect/>
          </a:stretch>
        </p:blipFill>
        <p:spPr>
          <a:xfrm>
            <a:off x="2898042" y="5029371"/>
            <a:ext cx="3297115" cy="89747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13" name="TextBox 12">
            <a:extLst>
              <a:ext uri="{FF2B5EF4-FFF2-40B4-BE49-F238E27FC236}">
                <a16:creationId xmlns:a16="http://schemas.microsoft.com/office/drawing/2014/main" id="{963640D7-B038-70E8-50DD-C66A64C4D02D}"/>
              </a:ext>
            </a:extLst>
          </p:cNvPr>
          <p:cNvSpPr txBox="1"/>
          <p:nvPr/>
        </p:nvSpPr>
        <p:spPr>
          <a:xfrm>
            <a:off x="3039208" y="4044791"/>
            <a:ext cx="4572000" cy="458074"/>
          </a:xfrm>
          <a:prstGeom prst="rect">
            <a:avLst/>
          </a:prstGeom>
          <a:noFill/>
        </p:spPr>
        <p:txBody>
          <a:bodyPr wrap="square">
            <a:spAutoFit/>
          </a:bodyPr>
          <a:lstStyle/>
          <a:p>
            <a:pPr algn="just" eaLnBrk="1" hangingPunct="1">
              <a:lnSpc>
                <a:spcPct val="150000"/>
              </a:lnSpc>
              <a:defRPr/>
            </a:pPr>
            <a:r>
              <a:rPr lang="en-US" altLang="en-US" sz="1800" dirty="0">
                <a:latin typeface="Times New Roman" panose="02020603050405020304" pitchFamily="18" charset="0"/>
                <a:cs typeface="Times New Roman" panose="02020603050405020304" pitchFamily="18" charset="0"/>
              </a:rPr>
              <a:t>NVIDIA AGX Orin Jeston SDK</a:t>
            </a:r>
          </a:p>
        </p:txBody>
      </p:sp>
      <p:sp>
        <p:nvSpPr>
          <p:cNvPr id="15" name="TextBox 14">
            <a:extLst>
              <a:ext uri="{FF2B5EF4-FFF2-40B4-BE49-F238E27FC236}">
                <a16:creationId xmlns:a16="http://schemas.microsoft.com/office/drawing/2014/main" id="{F5C11636-1C59-0C0A-3DA1-70BEE05B3B8A}"/>
              </a:ext>
            </a:extLst>
          </p:cNvPr>
          <p:cNvSpPr txBox="1"/>
          <p:nvPr/>
        </p:nvSpPr>
        <p:spPr>
          <a:xfrm>
            <a:off x="874043" y="4036534"/>
            <a:ext cx="4910504" cy="458074"/>
          </a:xfrm>
          <a:prstGeom prst="rect">
            <a:avLst/>
          </a:prstGeom>
          <a:noFill/>
        </p:spPr>
        <p:txBody>
          <a:bodyPr wrap="square">
            <a:spAutoFit/>
          </a:bodyPr>
          <a:lstStyle/>
          <a:p>
            <a:pPr algn="just" eaLnBrk="1" hangingPunct="1">
              <a:lnSpc>
                <a:spcPct val="150000"/>
              </a:lnSpc>
              <a:spcBef>
                <a:spcPct val="0"/>
              </a:spcBef>
              <a:defRPr/>
            </a:pPr>
            <a:r>
              <a:rPr lang="en-US" altLang="en-US" sz="1800" dirty="0">
                <a:latin typeface="Times New Roman" panose="02020603050405020304" pitchFamily="18" charset="0"/>
                <a:cs typeface="Times New Roman" panose="02020603050405020304" pitchFamily="18" charset="0"/>
              </a:rPr>
              <a:t>ECG Sensor</a:t>
            </a:r>
          </a:p>
        </p:txBody>
      </p:sp>
      <p:sp>
        <p:nvSpPr>
          <p:cNvPr id="17" name="TextBox 16">
            <a:extLst>
              <a:ext uri="{FF2B5EF4-FFF2-40B4-BE49-F238E27FC236}">
                <a16:creationId xmlns:a16="http://schemas.microsoft.com/office/drawing/2014/main" id="{90F0CFE1-F696-2750-9300-1E57CC64700E}"/>
              </a:ext>
            </a:extLst>
          </p:cNvPr>
          <p:cNvSpPr txBox="1"/>
          <p:nvPr/>
        </p:nvSpPr>
        <p:spPr>
          <a:xfrm>
            <a:off x="3869716" y="5932302"/>
            <a:ext cx="5169876" cy="458074"/>
          </a:xfrm>
          <a:prstGeom prst="rect">
            <a:avLst/>
          </a:prstGeom>
          <a:noFill/>
        </p:spPr>
        <p:txBody>
          <a:bodyPr wrap="square">
            <a:spAutoFit/>
          </a:bodyPr>
          <a:lstStyle/>
          <a:p>
            <a:pPr algn="just" eaLnBrk="1" hangingPunct="1">
              <a:lnSpc>
                <a:spcPct val="150000"/>
              </a:lnSpc>
              <a:spcBef>
                <a:spcPct val="0"/>
              </a:spcBef>
              <a:defRPr/>
            </a:pPr>
            <a:r>
              <a:rPr lang="en-US" altLang="en-US" sz="1800" dirty="0">
                <a:latin typeface="Times New Roman" panose="02020603050405020304" pitchFamily="18" charset="0"/>
                <a:cs typeface="Times New Roman" panose="02020603050405020304" pitchFamily="18" charset="0"/>
              </a:rPr>
              <a:t>ZED 2 Camera</a:t>
            </a:r>
          </a:p>
        </p:txBody>
      </p:sp>
      <p:sp>
        <p:nvSpPr>
          <p:cNvPr id="19" name="TextBox 18">
            <a:extLst>
              <a:ext uri="{FF2B5EF4-FFF2-40B4-BE49-F238E27FC236}">
                <a16:creationId xmlns:a16="http://schemas.microsoft.com/office/drawing/2014/main" id="{B3DF89ED-2D67-BBD8-3017-EED8B2A7150C}"/>
              </a:ext>
            </a:extLst>
          </p:cNvPr>
          <p:cNvSpPr txBox="1"/>
          <p:nvPr/>
        </p:nvSpPr>
        <p:spPr>
          <a:xfrm>
            <a:off x="6559062" y="4022340"/>
            <a:ext cx="5169876" cy="458074"/>
          </a:xfrm>
          <a:prstGeom prst="rect">
            <a:avLst/>
          </a:prstGeom>
          <a:noFill/>
        </p:spPr>
        <p:txBody>
          <a:bodyPr wrap="square">
            <a:spAutoFit/>
          </a:bodyPr>
          <a:lstStyle/>
          <a:p>
            <a:pPr algn="just" eaLnBrk="1" hangingPunct="1">
              <a:lnSpc>
                <a:spcPct val="150000"/>
              </a:lnSpc>
              <a:spcBef>
                <a:spcPct val="0"/>
              </a:spcBef>
              <a:defRPr/>
            </a:pPr>
            <a:r>
              <a:rPr lang="en-US" altLang="en-US" sz="1800" dirty="0">
                <a:latin typeface="Times New Roman" panose="02020603050405020304" pitchFamily="18" charset="0"/>
                <a:cs typeface="Times New Roman" panose="02020603050405020304" pitchFamily="18" charset="0"/>
              </a:rPr>
              <a:t>Arduino UNO R3 </a:t>
            </a:r>
          </a:p>
        </p:txBody>
      </p:sp>
    </p:spTree>
    <p:extLst>
      <p:ext uri="{BB962C8B-B14F-4D97-AF65-F5344CB8AC3E}">
        <p14:creationId xmlns:p14="http://schemas.microsoft.com/office/powerpoint/2010/main" val="37749741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53AF8A-773E-D5E6-6650-5180549A9135}"/>
            </a:ext>
          </a:extLst>
        </p:cNvPr>
        <p:cNvGrpSpPr/>
        <p:nvPr/>
      </p:nvGrpSpPr>
      <p:grpSpPr>
        <a:xfrm>
          <a:off x="0" y="0"/>
          <a:ext cx="0" cy="0"/>
          <a:chOff x="0" y="0"/>
          <a:chExt cx="0" cy="0"/>
        </a:xfrm>
      </p:grpSpPr>
      <p:pic>
        <p:nvPicPr>
          <p:cNvPr id="31746" name="Picture 2" descr="D:\GITAM-GST-CSE\2024-25\Capstone-Project\GITAM-newlogo.jpeg">
            <a:extLst>
              <a:ext uri="{FF2B5EF4-FFF2-40B4-BE49-F238E27FC236}">
                <a16:creationId xmlns:a16="http://schemas.microsoft.com/office/drawing/2014/main" id="{1F9C59E5-02DE-ADE1-AC10-99FE8461BEC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04025" y="-26988"/>
            <a:ext cx="2339975" cy="9620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747" name="Rectangle 2">
            <a:extLst>
              <a:ext uri="{FF2B5EF4-FFF2-40B4-BE49-F238E27FC236}">
                <a16:creationId xmlns:a16="http://schemas.microsoft.com/office/drawing/2014/main" id="{A5AA4533-811D-410D-E26D-E73031668ABF}"/>
              </a:ext>
            </a:extLst>
          </p:cNvPr>
          <p:cNvSpPr>
            <a:spLocks noChangeArrowheads="1"/>
          </p:cNvSpPr>
          <p:nvPr/>
        </p:nvSpPr>
        <p:spPr bwMode="auto">
          <a:xfrm>
            <a:off x="431800" y="1170965"/>
            <a:ext cx="8280400" cy="1133965"/>
          </a:xfrm>
          <a:prstGeom prst="rect">
            <a:avLst/>
          </a:prstGeom>
          <a:noFill/>
          <a:ln>
            <a:noFill/>
          </a:ln>
        </p:spPr>
        <p:txBody>
          <a:bodyPr>
            <a:spAutoFit/>
          </a:bodyPr>
          <a:lstStyle>
            <a:lvl1pPr marL="73025">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just" eaLnBrk="1" hangingPunct="1">
              <a:lnSpc>
                <a:spcPct val="150000"/>
              </a:lnSpc>
              <a:spcBef>
                <a:spcPct val="0"/>
              </a:spcBef>
              <a:buNone/>
              <a:defRPr/>
            </a:pPr>
            <a:r>
              <a:rPr lang="en-US" altLang="en-US" sz="2400" b="1" dirty="0">
                <a:latin typeface="Times New Roman" panose="02020603050405020304" pitchFamily="18" charset="0"/>
                <a:cs typeface="Times New Roman" panose="02020603050405020304" pitchFamily="18" charset="0"/>
              </a:rPr>
              <a:t>Software Requirements </a:t>
            </a:r>
          </a:p>
          <a:p>
            <a:pPr marL="415925" indent="-342900" algn="just" eaLnBrk="1" hangingPunct="1">
              <a:lnSpc>
                <a:spcPct val="150000"/>
              </a:lnSpc>
              <a:spcBef>
                <a:spcPct val="0"/>
              </a:spcBef>
              <a:defRPr/>
            </a:pPr>
            <a:endParaRPr lang="en-US" altLang="en-US" sz="2400" dirty="0">
              <a:latin typeface="Times New Roman" panose="02020603050405020304" pitchFamily="18" charset="0"/>
              <a:cs typeface="Times New Roman" panose="02020603050405020304" pitchFamily="18" charset="0"/>
            </a:endParaRPr>
          </a:p>
        </p:txBody>
      </p:sp>
      <p:sp>
        <p:nvSpPr>
          <p:cNvPr id="31748" name="Title 1">
            <a:extLst>
              <a:ext uri="{FF2B5EF4-FFF2-40B4-BE49-F238E27FC236}">
                <a16:creationId xmlns:a16="http://schemas.microsoft.com/office/drawing/2014/main" id="{07357CE0-C9A5-8ED2-33B8-283C323E5F1C}"/>
              </a:ext>
            </a:extLst>
          </p:cNvPr>
          <p:cNvSpPr>
            <a:spLocks noGrp="1"/>
          </p:cNvSpPr>
          <p:nvPr>
            <p:ph type="title"/>
          </p:nvPr>
        </p:nvSpPr>
        <p:spPr>
          <a:xfrm>
            <a:off x="431800" y="567471"/>
            <a:ext cx="8229600" cy="1143000"/>
          </a:xfrm>
        </p:spPr>
        <p:txBody>
          <a:bodyPr/>
          <a:lstStyle/>
          <a:p>
            <a:r>
              <a:rPr lang="en-US" altLang="en-US" sz="2800" b="1" dirty="0">
                <a:solidFill>
                  <a:srgbClr val="0070C0"/>
                </a:solidFill>
                <a:latin typeface="Times New Roman" panose="02020603050405020304" pitchFamily="18" charset="0"/>
                <a:cs typeface="Times New Roman" panose="02020603050405020304" pitchFamily="18" charset="0"/>
              </a:rPr>
              <a:t>Requirement Analysis</a:t>
            </a:r>
            <a:br>
              <a:rPr lang="en-US" sz="2800" dirty="0">
                <a:latin typeface="Times New Roman" panose="02020603050405020304" pitchFamily="18" charset="0"/>
                <a:cs typeface="Times New Roman" panose="02020603050405020304" pitchFamily="18" charset="0"/>
              </a:rPr>
            </a:br>
            <a:endParaRPr lang="en-IN" altLang="en-US" sz="2800" b="1" dirty="0">
              <a:solidFill>
                <a:srgbClr val="0070C0"/>
              </a:solidFill>
              <a:latin typeface="Times New Roman" panose="02020603050405020304" pitchFamily="18" charset="0"/>
              <a:cs typeface="Times New Roman" panose="02020603050405020304" pitchFamily="18" charset="0"/>
            </a:endParaRPr>
          </a:p>
        </p:txBody>
      </p:sp>
      <p:sp>
        <p:nvSpPr>
          <p:cNvPr id="2" name="Slide Number Placeholder 1">
            <a:extLst>
              <a:ext uri="{FF2B5EF4-FFF2-40B4-BE49-F238E27FC236}">
                <a16:creationId xmlns:a16="http://schemas.microsoft.com/office/drawing/2014/main" id="{93A1054D-FA2B-FF06-1536-C18BB49818D9}"/>
              </a:ext>
            </a:extLst>
          </p:cNvPr>
          <p:cNvSpPr>
            <a:spLocks noGrp="1"/>
          </p:cNvSpPr>
          <p:nvPr>
            <p:ph type="sldNum" sz="quarter" idx="12"/>
          </p:nvPr>
        </p:nvSpPr>
        <p:spPr/>
        <p:txBody>
          <a:bodyPr/>
          <a:lstStyle/>
          <a:p>
            <a:pPr>
              <a:defRPr/>
            </a:pPr>
            <a:fld id="{15E9D1B8-7EF6-4D9C-8694-90B5BDA32D3D}" type="slidenum">
              <a:rPr lang="en-IN" altLang="en-US" smtClean="0"/>
              <a:pPr>
                <a:defRPr/>
              </a:pPr>
              <a:t>7</a:t>
            </a:fld>
            <a:endParaRPr lang="en-IN" altLang="en-US"/>
          </a:p>
        </p:txBody>
      </p:sp>
      <p:pic>
        <p:nvPicPr>
          <p:cNvPr id="3" name="Picture 4" descr="Python (programming language) - Wikipedia">
            <a:extLst>
              <a:ext uri="{FF2B5EF4-FFF2-40B4-BE49-F238E27FC236}">
                <a16:creationId xmlns:a16="http://schemas.microsoft.com/office/drawing/2014/main" id="{6BBE4597-827A-1E17-1EAA-12CF965C2DC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47915" y="1882450"/>
            <a:ext cx="1744715" cy="174471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39992687-9475-5057-5B92-BEF118E449D9}"/>
              </a:ext>
            </a:extLst>
          </p:cNvPr>
          <p:cNvPicPr>
            <a:picLocks noChangeAspect="1"/>
          </p:cNvPicPr>
          <p:nvPr/>
        </p:nvPicPr>
        <p:blipFill>
          <a:blip r:embed="rId5"/>
          <a:stretch>
            <a:fillRect/>
          </a:stretch>
        </p:blipFill>
        <p:spPr>
          <a:xfrm>
            <a:off x="3611597" y="1882450"/>
            <a:ext cx="1744715" cy="174471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6" name="TextBox 5">
            <a:extLst>
              <a:ext uri="{FF2B5EF4-FFF2-40B4-BE49-F238E27FC236}">
                <a16:creationId xmlns:a16="http://schemas.microsoft.com/office/drawing/2014/main" id="{75F6C323-E558-1055-044B-4FDAA9F4A750}"/>
              </a:ext>
            </a:extLst>
          </p:cNvPr>
          <p:cNvSpPr txBox="1"/>
          <p:nvPr/>
        </p:nvSpPr>
        <p:spPr>
          <a:xfrm>
            <a:off x="-579769" y="3722309"/>
            <a:ext cx="4572000" cy="400110"/>
          </a:xfrm>
          <a:prstGeom prst="rect">
            <a:avLst/>
          </a:prstGeom>
          <a:noFill/>
        </p:spPr>
        <p:txBody>
          <a:bodyPr wrap="square">
            <a:spAutoFit/>
          </a:bodyPr>
          <a:lstStyle/>
          <a:p>
            <a:pPr algn="ctr"/>
            <a:r>
              <a:rPr lang="en-US" sz="2000" dirty="0">
                <a:latin typeface="Times New Roman" panose="02020603050405020304" pitchFamily="18" charset="0"/>
                <a:cs typeface="Times New Roman" panose="02020603050405020304" pitchFamily="18" charset="0"/>
              </a:rPr>
              <a:t>Python</a:t>
            </a:r>
            <a:endParaRPr lang="en-US"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B120A334-E28C-4551-0D4B-57D66030B707}"/>
              </a:ext>
            </a:extLst>
          </p:cNvPr>
          <p:cNvSpPr txBox="1"/>
          <p:nvPr/>
        </p:nvSpPr>
        <p:spPr>
          <a:xfrm>
            <a:off x="2098065" y="3722309"/>
            <a:ext cx="4822580" cy="400110"/>
          </a:xfrm>
          <a:prstGeom prst="rect">
            <a:avLst/>
          </a:prstGeom>
          <a:noFill/>
        </p:spPr>
        <p:txBody>
          <a:bodyPr wrap="square">
            <a:spAutoFit/>
          </a:bodyPr>
          <a:lstStyle/>
          <a:p>
            <a:pPr algn="ctr"/>
            <a:r>
              <a:rPr lang="en-US" sz="2000" dirty="0">
                <a:latin typeface="Times New Roman" panose="02020603050405020304" pitchFamily="18" charset="0"/>
                <a:cs typeface="Times New Roman" panose="02020603050405020304" pitchFamily="18" charset="0"/>
              </a:rPr>
              <a:t>Arduino IDE</a:t>
            </a:r>
          </a:p>
        </p:txBody>
      </p:sp>
      <p:pic>
        <p:nvPicPr>
          <p:cNvPr id="1026" name="Picture 2">
            <a:extLst>
              <a:ext uri="{FF2B5EF4-FFF2-40B4-BE49-F238E27FC236}">
                <a16:creationId xmlns:a16="http://schemas.microsoft.com/office/drawing/2014/main" id="{B0EC165E-5C1A-EE9D-DF88-3AD808222C8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252187" y="1882450"/>
            <a:ext cx="1744715" cy="174471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D1698668-B881-3B94-6C21-5E8BC37F3738}"/>
              </a:ext>
            </a:extLst>
          </p:cNvPr>
          <p:cNvSpPr txBox="1"/>
          <p:nvPr/>
        </p:nvSpPr>
        <p:spPr>
          <a:xfrm>
            <a:off x="4713254" y="3722309"/>
            <a:ext cx="4822580" cy="400110"/>
          </a:xfrm>
          <a:prstGeom prst="rect">
            <a:avLst/>
          </a:prstGeom>
          <a:noFill/>
        </p:spPr>
        <p:txBody>
          <a:bodyPr wrap="square">
            <a:spAutoFit/>
          </a:bodyPr>
          <a:lstStyle/>
          <a:p>
            <a:pPr algn="ctr"/>
            <a:r>
              <a:rPr lang="en-US" sz="2000" dirty="0" err="1">
                <a:latin typeface="Times New Roman" panose="02020603050405020304" pitchFamily="18" charset="0"/>
                <a:cs typeface="Times New Roman" panose="02020603050405020304" pitchFamily="18" charset="0"/>
              </a:rPr>
              <a:t>PyTorch</a:t>
            </a:r>
            <a:endParaRPr lang="en-US" sz="2000" dirty="0">
              <a:latin typeface="Times New Roman" panose="02020603050405020304" pitchFamily="18" charset="0"/>
              <a:cs typeface="Times New Roman" panose="02020603050405020304" pitchFamily="18" charset="0"/>
            </a:endParaRPr>
          </a:p>
        </p:txBody>
      </p:sp>
      <p:pic>
        <p:nvPicPr>
          <p:cNvPr id="1028" name="Picture 4" descr="Ubuntu Desktop 22.04.5 distro on DVD only $3.19 - Shop Linux Online">
            <a:extLst>
              <a:ext uri="{FF2B5EF4-FFF2-40B4-BE49-F238E27FC236}">
                <a16:creationId xmlns:a16="http://schemas.microsoft.com/office/drawing/2014/main" id="{AE4178DA-75F3-29C4-D3D7-9EAFD5CFB492}"/>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782917" y="4545641"/>
            <a:ext cx="1744715" cy="1734412"/>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1EB5B99A-C5F0-3FA7-FC51-3EF6E004A637}"/>
              </a:ext>
            </a:extLst>
          </p:cNvPr>
          <p:cNvSpPr txBox="1"/>
          <p:nvPr/>
        </p:nvSpPr>
        <p:spPr>
          <a:xfrm>
            <a:off x="193708" y="6282491"/>
            <a:ext cx="5059972" cy="400110"/>
          </a:xfrm>
          <a:prstGeom prst="rect">
            <a:avLst/>
          </a:prstGeom>
          <a:noFill/>
        </p:spPr>
        <p:txBody>
          <a:bodyPr wrap="square">
            <a:spAutoFit/>
          </a:bodyPr>
          <a:lstStyle/>
          <a:p>
            <a:pPr algn="ctr"/>
            <a:r>
              <a:rPr lang="en-US" sz="2000" dirty="0">
                <a:latin typeface="Times New Roman" panose="02020603050405020304" pitchFamily="18" charset="0"/>
                <a:cs typeface="Times New Roman" panose="02020603050405020304" pitchFamily="18" charset="0"/>
              </a:rPr>
              <a:t>Ubuntu 20.04 LTS</a:t>
            </a:r>
          </a:p>
        </p:txBody>
      </p:sp>
      <p:sp>
        <p:nvSpPr>
          <p:cNvPr id="16" name="TextBox 15">
            <a:extLst>
              <a:ext uri="{FF2B5EF4-FFF2-40B4-BE49-F238E27FC236}">
                <a16:creationId xmlns:a16="http://schemas.microsoft.com/office/drawing/2014/main" id="{5D5EE5F4-D56A-6552-D52B-541558B02F0D}"/>
              </a:ext>
            </a:extLst>
          </p:cNvPr>
          <p:cNvSpPr txBox="1"/>
          <p:nvPr/>
        </p:nvSpPr>
        <p:spPr>
          <a:xfrm>
            <a:off x="3476535" y="6297880"/>
            <a:ext cx="5143500" cy="369332"/>
          </a:xfrm>
          <a:prstGeom prst="rect">
            <a:avLst/>
          </a:prstGeom>
          <a:noFill/>
        </p:spPr>
        <p:txBody>
          <a:bodyPr wrap="square">
            <a:spAutoFit/>
          </a:bodyPr>
          <a:lstStyle/>
          <a:p>
            <a:pPr algn="ctr"/>
            <a:r>
              <a:rPr lang="en-US" sz="1800" dirty="0">
                <a:latin typeface="Times New Roman" panose="02020603050405020304" pitchFamily="18" charset="0"/>
                <a:cs typeface="Times New Roman" panose="02020603050405020304" pitchFamily="18" charset="0"/>
              </a:rPr>
              <a:t>Deep Learning Models</a:t>
            </a:r>
          </a:p>
        </p:txBody>
      </p:sp>
      <p:pic>
        <p:nvPicPr>
          <p:cNvPr id="7" name="Picture 6">
            <a:extLst>
              <a:ext uri="{FF2B5EF4-FFF2-40B4-BE49-F238E27FC236}">
                <a16:creationId xmlns:a16="http://schemas.microsoft.com/office/drawing/2014/main" id="{E20D3E35-6061-E733-CE77-2A98A3FE0A78}"/>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5098174" y="4569529"/>
            <a:ext cx="1744715" cy="172044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4699533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E5E665-3F18-DC14-5F2D-35CD185B8D8C}"/>
            </a:ext>
          </a:extLst>
        </p:cNvPr>
        <p:cNvGrpSpPr/>
        <p:nvPr/>
      </p:nvGrpSpPr>
      <p:grpSpPr>
        <a:xfrm>
          <a:off x="0" y="0"/>
          <a:ext cx="0" cy="0"/>
          <a:chOff x="0" y="0"/>
          <a:chExt cx="0" cy="0"/>
        </a:xfrm>
      </p:grpSpPr>
      <p:pic>
        <p:nvPicPr>
          <p:cNvPr id="31746" name="Picture 2" descr="D:\GITAM-GST-CSE\2024-25\Capstone-Project\GITAM-newlogo.jpeg">
            <a:extLst>
              <a:ext uri="{FF2B5EF4-FFF2-40B4-BE49-F238E27FC236}">
                <a16:creationId xmlns:a16="http://schemas.microsoft.com/office/drawing/2014/main" id="{3337124D-E386-C1FA-DF6B-BCB854CD61A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04025" y="-26988"/>
            <a:ext cx="2339975" cy="9620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747" name="Rectangle 2">
            <a:extLst>
              <a:ext uri="{FF2B5EF4-FFF2-40B4-BE49-F238E27FC236}">
                <a16:creationId xmlns:a16="http://schemas.microsoft.com/office/drawing/2014/main" id="{A8E7CD20-007F-21AE-DC2E-A158F2BA76FB}"/>
              </a:ext>
            </a:extLst>
          </p:cNvPr>
          <p:cNvSpPr>
            <a:spLocks noChangeArrowheads="1"/>
          </p:cNvSpPr>
          <p:nvPr/>
        </p:nvSpPr>
        <p:spPr bwMode="auto">
          <a:xfrm>
            <a:off x="635000" y="1763225"/>
            <a:ext cx="8280400" cy="1052660"/>
          </a:xfrm>
          <a:prstGeom prst="rect">
            <a:avLst/>
          </a:prstGeom>
          <a:noFill/>
          <a:ln>
            <a:noFill/>
          </a:ln>
        </p:spPr>
        <p:txBody>
          <a:bodyPr>
            <a:spAutoFit/>
          </a:bodyPr>
          <a:lstStyle>
            <a:lvl1pPr marL="73025">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just" eaLnBrk="1" hangingPunct="1">
              <a:lnSpc>
                <a:spcPct val="150000"/>
              </a:lnSpc>
              <a:spcBef>
                <a:spcPct val="0"/>
              </a:spcBef>
              <a:buNone/>
              <a:defRPr/>
            </a:pPr>
            <a:r>
              <a:rPr lang="en-US" altLang="en-US" sz="2400" b="1" dirty="0">
                <a:latin typeface="Times New Roman" panose="02020603050405020304" pitchFamily="18" charset="0"/>
                <a:cs typeface="Times New Roman" panose="02020603050405020304" pitchFamily="18" charset="0"/>
              </a:rPr>
              <a:t>Technologies</a:t>
            </a:r>
            <a:endParaRPr lang="en-US" altLang="en-US" sz="2000" b="1" dirty="0">
              <a:latin typeface="Times New Roman" panose="02020603050405020304" pitchFamily="18" charset="0"/>
              <a:cs typeface="Times New Roman" panose="02020603050405020304" pitchFamily="18" charset="0"/>
            </a:endParaRPr>
          </a:p>
          <a:p>
            <a:pPr marL="415925" indent="-342900" algn="just" eaLnBrk="1" hangingPunct="1">
              <a:lnSpc>
                <a:spcPct val="150000"/>
              </a:lnSpc>
              <a:spcBef>
                <a:spcPct val="0"/>
              </a:spcBef>
              <a:defRPr/>
            </a:pPr>
            <a:endParaRPr lang="en-US" altLang="en-US" sz="2000" dirty="0">
              <a:latin typeface="Times New Roman" panose="02020603050405020304" pitchFamily="18" charset="0"/>
              <a:cs typeface="Times New Roman" panose="02020603050405020304" pitchFamily="18" charset="0"/>
            </a:endParaRPr>
          </a:p>
        </p:txBody>
      </p:sp>
      <p:sp>
        <p:nvSpPr>
          <p:cNvPr id="31748" name="Title 1">
            <a:extLst>
              <a:ext uri="{FF2B5EF4-FFF2-40B4-BE49-F238E27FC236}">
                <a16:creationId xmlns:a16="http://schemas.microsoft.com/office/drawing/2014/main" id="{C50BFD6D-1016-89E3-7FE1-34AC25957DFB}"/>
              </a:ext>
            </a:extLst>
          </p:cNvPr>
          <p:cNvSpPr>
            <a:spLocks noGrp="1"/>
          </p:cNvSpPr>
          <p:nvPr>
            <p:ph type="title"/>
          </p:nvPr>
        </p:nvSpPr>
        <p:spPr>
          <a:xfrm>
            <a:off x="457200" y="620225"/>
            <a:ext cx="8229600" cy="1143000"/>
          </a:xfrm>
        </p:spPr>
        <p:txBody>
          <a:bodyPr/>
          <a:lstStyle/>
          <a:p>
            <a:r>
              <a:rPr lang="en-US" altLang="en-US" sz="2800" b="1" dirty="0">
                <a:solidFill>
                  <a:srgbClr val="0070C0"/>
                </a:solidFill>
                <a:latin typeface="Times New Roman" panose="02020603050405020304" pitchFamily="18" charset="0"/>
                <a:cs typeface="Times New Roman" panose="02020603050405020304" pitchFamily="18" charset="0"/>
              </a:rPr>
              <a:t>Identification of tools/technology/algorithms</a:t>
            </a:r>
            <a:endParaRPr lang="en-IN" altLang="en-US" sz="2800" b="1" dirty="0">
              <a:solidFill>
                <a:srgbClr val="0070C0"/>
              </a:solidFill>
              <a:latin typeface="Times New Roman" panose="02020603050405020304" pitchFamily="18" charset="0"/>
              <a:cs typeface="Times New Roman" panose="02020603050405020304" pitchFamily="18" charset="0"/>
            </a:endParaRPr>
          </a:p>
        </p:txBody>
      </p:sp>
      <p:sp>
        <p:nvSpPr>
          <p:cNvPr id="2" name="Slide Number Placeholder 1">
            <a:extLst>
              <a:ext uri="{FF2B5EF4-FFF2-40B4-BE49-F238E27FC236}">
                <a16:creationId xmlns:a16="http://schemas.microsoft.com/office/drawing/2014/main" id="{53F04420-4FA2-7EF1-1E5E-58013E123D18}"/>
              </a:ext>
            </a:extLst>
          </p:cNvPr>
          <p:cNvSpPr>
            <a:spLocks noGrp="1"/>
          </p:cNvSpPr>
          <p:nvPr>
            <p:ph type="sldNum" sz="quarter" idx="12"/>
          </p:nvPr>
        </p:nvSpPr>
        <p:spPr/>
        <p:txBody>
          <a:bodyPr/>
          <a:lstStyle/>
          <a:p>
            <a:pPr>
              <a:defRPr/>
            </a:pPr>
            <a:fld id="{15E9D1B8-7EF6-4D9C-8694-90B5BDA32D3D}" type="slidenum">
              <a:rPr lang="en-IN" altLang="en-US" smtClean="0"/>
              <a:pPr>
                <a:defRPr/>
              </a:pPr>
              <a:t>8</a:t>
            </a:fld>
            <a:endParaRPr lang="en-IN" altLang="en-US"/>
          </a:p>
        </p:txBody>
      </p:sp>
      <p:sp>
        <p:nvSpPr>
          <p:cNvPr id="6" name="TextBox 5">
            <a:extLst>
              <a:ext uri="{FF2B5EF4-FFF2-40B4-BE49-F238E27FC236}">
                <a16:creationId xmlns:a16="http://schemas.microsoft.com/office/drawing/2014/main" id="{C54A0356-BFAF-4420-EB22-DF12A5E0AB10}"/>
              </a:ext>
            </a:extLst>
          </p:cNvPr>
          <p:cNvSpPr txBox="1"/>
          <p:nvPr/>
        </p:nvSpPr>
        <p:spPr>
          <a:xfrm>
            <a:off x="764930" y="2410438"/>
            <a:ext cx="4572000" cy="1477328"/>
          </a:xfrm>
          <a:prstGeom prst="rect">
            <a:avLst/>
          </a:prstGeom>
          <a:noFill/>
        </p:spPr>
        <p:txBody>
          <a:bodyPr wrap="square">
            <a:spAutoFit/>
          </a:bodyPr>
          <a:lstStyle/>
          <a:p>
            <a:pPr marL="285750" lvl="0" indent="-285750">
              <a:buFont typeface="Arial" panose="020B0604020202020204" pitchFamily="34" charset="0"/>
              <a:buChar char="•"/>
            </a:pPr>
            <a:r>
              <a:rPr lang="en-US" altLang="en-US" sz="1800" dirty="0">
                <a:latin typeface="Times New Roman" panose="02020603050405020304" pitchFamily="18" charset="0"/>
                <a:cs typeface="Times New Roman" panose="02020603050405020304" pitchFamily="18" charset="0"/>
              </a:rPr>
              <a:t>Deep Learning</a:t>
            </a:r>
          </a:p>
          <a:p>
            <a:pPr marL="285750" lvl="0" indent="-285750">
              <a:buFont typeface="Arial" panose="020B0604020202020204" pitchFamily="34" charset="0"/>
              <a:buChar char="•"/>
            </a:pPr>
            <a:r>
              <a:rPr lang="en-US" altLang="en-US" sz="1800" dirty="0">
                <a:latin typeface="Times New Roman" panose="02020603050405020304" pitchFamily="18" charset="0"/>
                <a:cs typeface="Times New Roman" panose="02020603050405020304" pitchFamily="18" charset="0"/>
              </a:rPr>
              <a:t>Edge </a:t>
            </a:r>
            <a:r>
              <a:rPr lang="en-US" altLang="en-US" dirty="0">
                <a:latin typeface="Times New Roman" panose="02020603050405020304" pitchFamily="18" charset="0"/>
                <a:cs typeface="Times New Roman" panose="02020603050405020304" pitchFamily="18" charset="0"/>
              </a:rPr>
              <a:t>Computing (Nvidia Jeston AGX Orin)</a:t>
            </a:r>
            <a:endParaRPr lang="en-US" altLang="en-US" sz="1800" dirty="0">
              <a:latin typeface="Times New Roman" panose="02020603050405020304" pitchFamily="18" charset="0"/>
              <a:cs typeface="Times New Roman" panose="02020603050405020304" pitchFamily="18" charset="0"/>
            </a:endParaRPr>
          </a:p>
          <a:p>
            <a:pPr marL="285750" lvl="0" indent="-285750">
              <a:buFont typeface="Arial" panose="020B0604020202020204" pitchFamily="34" charset="0"/>
              <a:buChar char="•"/>
            </a:pPr>
            <a:r>
              <a:rPr lang="en-US" altLang="en-US" dirty="0" err="1">
                <a:latin typeface="Times New Roman" panose="02020603050405020304" pitchFamily="18" charset="0"/>
                <a:cs typeface="Times New Roman" panose="02020603050405020304" pitchFamily="18" charset="0"/>
              </a:rPr>
              <a:t>PyTorch</a:t>
            </a:r>
            <a:endParaRPr lang="en-US" altLang="en-US" sz="1800" dirty="0">
              <a:latin typeface="Times New Roman" panose="02020603050405020304" pitchFamily="18" charset="0"/>
              <a:cs typeface="Times New Roman" panose="02020603050405020304" pitchFamily="18" charset="0"/>
            </a:endParaRPr>
          </a:p>
          <a:p>
            <a:pPr marL="285750" lvl="0" indent="-285750">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IoT</a:t>
            </a:r>
          </a:p>
          <a:p>
            <a:pPr marL="285750" lvl="0" indent="-285750">
              <a:buFont typeface="Arial" panose="020B0604020202020204" pitchFamily="34" charset="0"/>
              <a:buChar char="•"/>
            </a:pPr>
            <a:r>
              <a:rPr lang="en-US" altLang="en-US" sz="1800" dirty="0">
                <a:latin typeface="Times New Roman" panose="02020603050405020304" pitchFamily="18" charset="0"/>
                <a:cs typeface="Times New Roman" panose="02020603050405020304" pitchFamily="18" charset="0"/>
              </a:rPr>
              <a:t>Linux (Ubuntu 20.04)</a:t>
            </a:r>
          </a:p>
        </p:txBody>
      </p:sp>
    </p:spTree>
    <p:extLst>
      <p:ext uri="{BB962C8B-B14F-4D97-AF65-F5344CB8AC3E}">
        <p14:creationId xmlns:p14="http://schemas.microsoft.com/office/powerpoint/2010/main" val="41599945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DE29FF-2B61-80C6-B771-9D572AF4C347}"/>
            </a:ext>
          </a:extLst>
        </p:cNvPr>
        <p:cNvGrpSpPr/>
        <p:nvPr/>
      </p:nvGrpSpPr>
      <p:grpSpPr>
        <a:xfrm>
          <a:off x="0" y="0"/>
          <a:ext cx="0" cy="0"/>
          <a:chOff x="0" y="0"/>
          <a:chExt cx="0" cy="0"/>
        </a:xfrm>
      </p:grpSpPr>
      <p:pic>
        <p:nvPicPr>
          <p:cNvPr id="31746" name="Picture 2" descr="D:\GITAM-GST-CSE\2024-25\Capstone-Project\GITAM-newlogo.jpeg">
            <a:extLst>
              <a:ext uri="{FF2B5EF4-FFF2-40B4-BE49-F238E27FC236}">
                <a16:creationId xmlns:a16="http://schemas.microsoft.com/office/drawing/2014/main" id="{C7264E1E-CB72-4E33-E027-CB09E8E6FAE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04025" y="-26988"/>
            <a:ext cx="2339975" cy="8622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748" name="Title 1">
            <a:extLst>
              <a:ext uri="{FF2B5EF4-FFF2-40B4-BE49-F238E27FC236}">
                <a16:creationId xmlns:a16="http://schemas.microsoft.com/office/drawing/2014/main" id="{2E2D0383-E77D-48F8-AF23-BBB1C6ACA929}"/>
              </a:ext>
            </a:extLst>
          </p:cNvPr>
          <p:cNvSpPr>
            <a:spLocks noGrp="1"/>
          </p:cNvSpPr>
          <p:nvPr>
            <p:ph type="title"/>
          </p:nvPr>
        </p:nvSpPr>
        <p:spPr>
          <a:xfrm>
            <a:off x="457200" y="-208811"/>
            <a:ext cx="8229600" cy="1143000"/>
          </a:xfrm>
        </p:spPr>
        <p:txBody>
          <a:bodyPr/>
          <a:lstStyle/>
          <a:p>
            <a:r>
              <a:rPr lang="en-US" altLang="en-US" sz="2800" b="1" dirty="0">
                <a:solidFill>
                  <a:srgbClr val="0070C0"/>
                </a:solidFill>
                <a:latin typeface="Times New Roman" panose="02020603050405020304" pitchFamily="18" charset="0"/>
                <a:cs typeface="Times New Roman" panose="02020603050405020304" pitchFamily="18" charset="0"/>
              </a:rPr>
              <a:t>Design Strategy</a:t>
            </a:r>
            <a:endParaRPr lang="en-IN" altLang="en-US" sz="2800" b="1" dirty="0">
              <a:solidFill>
                <a:srgbClr val="0070C0"/>
              </a:solidFill>
              <a:latin typeface="Times New Roman" panose="02020603050405020304" pitchFamily="18" charset="0"/>
              <a:cs typeface="Times New Roman" panose="02020603050405020304" pitchFamily="18" charset="0"/>
            </a:endParaRPr>
          </a:p>
        </p:txBody>
      </p:sp>
      <p:sp>
        <p:nvSpPr>
          <p:cNvPr id="2" name="Slide Number Placeholder 1">
            <a:extLst>
              <a:ext uri="{FF2B5EF4-FFF2-40B4-BE49-F238E27FC236}">
                <a16:creationId xmlns:a16="http://schemas.microsoft.com/office/drawing/2014/main" id="{675A50D9-DC10-5324-C5CA-2FE12597E816}"/>
              </a:ext>
            </a:extLst>
          </p:cNvPr>
          <p:cNvSpPr>
            <a:spLocks noGrp="1"/>
          </p:cNvSpPr>
          <p:nvPr>
            <p:ph type="sldNum" sz="quarter" idx="12"/>
          </p:nvPr>
        </p:nvSpPr>
        <p:spPr/>
        <p:txBody>
          <a:bodyPr/>
          <a:lstStyle/>
          <a:p>
            <a:pPr>
              <a:defRPr/>
            </a:pPr>
            <a:fld id="{15E9D1B8-7EF6-4D9C-8694-90B5BDA32D3D}" type="slidenum">
              <a:rPr lang="en-IN" altLang="en-US" smtClean="0"/>
              <a:pPr>
                <a:defRPr/>
              </a:pPr>
              <a:t>9</a:t>
            </a:fld>
            <a:endParaRPr lang="en-IN" altLang="en-US"/>
          </a:p>
        </p:txBody>
      </p:sp>
      <p:sp>
        <p:nvSpPr>
          <p:cNvPr id="9" name="TextBox 8">
            <a:extLst>
              <a:ext uri="{FF2B5EF4-FFF2-40B4-BE49-F238E27FC236}">
                <a16:creationId xmlns:a16="http://schemas.microsoft.com/office/drawing/2014/main" id="{E0DEF847-D957-C01E-8AEB-4F5D24A95C09}"/>
              </a:ext>
            </a:extLst>
          </p:cNvPr>
          <p:cNvSpPr txBox="1"/>
          <p:nvPr/>
        </p:nvSpPr>
        <p:spPr>
          <a:xfrm>
            <a:off x="2220434" y="5724035"/>
            <a:ext cx="4273058" cy="1133965"/>
          </a:xfrm>
          <a:prstGeom prst="rect">
            <a:avLst/>
          </a:prstGeom>
          <a:noFill/>
        </p:spPr>
        <p:txBody>
          <a:bodyPr wrap="square">
            <a:spAutoFit/>
          </a:bodyPr>
          <a:lstStyle/>
          <a:p>
            <a:pPr algn="just" eaLnBrk="1" hangingPunct="1">
              <a:lnSpc>
                <a:spcPct val="150000"/>
              </a:lnSpc>
              <a:spcBef>
                <a:spcPct val="0"/>
              </a:spcBef>
              <a:buNone/>
              <a:defRPr/>
            </a:pPr>
            <a:endParaRPr lang="en-US" altLang="en-US" sz="2400" b="1" dirty="0">
              <a:latin typeface="Times New Roman" panose="02020603050405020304" pitchFamily="18" charset="0"/>
              <a:cs typeface="Times New Roman" panose="02020603050405020304" pitchFamily="18" charset="0"/>
            </a:endParaRPr>
          </a:p>
          <a:p>
            <a:pPr marL="415925" indent="-342900" algn="just" eaLnBrk="1" hangingPunct="1">
              <a:lnSpc>
                <a:spcPct val="150000"/>
              </a:lnSpc>
              <a:spcBef>
                <a:spcPct val="0"/>
              </a:spcBef>
              <a:defRPr/>
            </a:pPr>
            <a:r>
              <a:rPr lang="en-US" altLang="en-US" sz="2400" b="1" dirty="0">
                <a:latin typeface="Times New Roman" panose="02020603050405020304" pitchFamily="18" charset="0"/>
                <a:cs typeface="Times New Roman" panose="02020603050405020304" pitchFamily="18" charset="0"/>
              </a:rPr>
              <a:t>Overall Architecture Diagram</a:t>
            </a:r>
          </a:p>
        </p:txBody>
      </p:sp>
      <p:pic>
        <p:nvPicPr>
          <p:cNvPr id="5" name="Picture 4">
            <a:extLst>
              <a:ext uri="{FF2B5EF4-FFF2-40B4-BE49-F238E27FC236}">
                <a16:creationId xmlns:a16="http://schemas.microsoft.com/office/drawing/2014/main" id="{4B2450F5-5180-C817-576C-171452D128AF}"/>
              </a:ext>
            </a:extLst>
          </p:cNvPr>
          <p:cNvPicPr>
            <a:picLocks noChangeAspect="1"/>
          </p:cNvPicPr>
          <p:nvPr/>
        </p:nvPicPr>
        <p:blipFill>
          <a:blip r:embed="rId4">
            <a:extLst>
              <a:ext uri="{28A0092B-C50C-407E-A947-70E740481C1C}">
                <a14:useLocalDpi xmlns:a14="http://schemas.microsoft.com/office/drawing/2010/main" val="0"/>
              </a:ext>
            </a:extLst>
          </a:blip>
          <a:srcRect l="15192" t="3108" r="14422" b="7302"/>
          <a:stretch>
            <a:fillRect/>
          </a:stretch>
        </p:blipFill>
        <p:spPr>
          <a:xfrm>
            <a:off x="628649" y="835270"/>
            <a:ext cx="7886702" cy="5646717"/>
          </a:xfrm>
          <a:prstGeom prst="rect">
            <a:avLst/>
          </a:prstGeom>
        </p:spPr>
      </p:pic>
    </p:spTree>
    <p:extLst>
      <p:ext uri="{BB962C8B-B14F-4D97-AF65-F5344CB8AC3E}">
        <p14:creationId xmlns:p14="http://schemas.microsoft.com/office/powerpoint/2010/main" val="39638361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19D0E0-6CF8-09BF-060F-AB85D224E1DC}"/>
            </a:ext>
          </a:extLst>
        </p:cNvPr>
        <p:cNvGrpSpPr/>
        <p:nvPr/>
      </p:nvGrpSpPr>
      <p:grpSpPr>
        <a:xfrm>
          <a:off x="0" y="0"/>
          <a:ext cx="0" cy="0"/>
          <a:chOff x="0" y="0"/>
          <a:chExt cx="0" cy="0"/>
        </a:xfrm>
      </p:grpSpPr>
      <p:pic>
        <p:nvPicPr>
          <p:cNvPr id="31746" name="Picture 2" descr="D:\GITAM-GST-CSE\2024-25\Capstone-Project\GITAM-newlogo.jpeg">
            <a:extLst>
              <a:ext uri="{FF2B5EF4-FFF2-40B4-BE49-F238E27FC236}">
                <a16:creationId xmlns:a16="http://schemas.microsoft.com/office/drawing/2014/main" id="{90BE2932-4DAD-D259-B6B2-8DCBF221840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04025" y="-26988"/>
            <a:ext cx="2339975" cy="8622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748" name="Title 1">
            <a:extLst>
              <a:ext uri="{FF2B5EF4-FFF2-40B4-BE49-F238E27FC236}">
                <a16:creationId xmlns:a16="http://schemas.microsoft.com/office/drawing/2014/main" id="{AF85C87D-3536-4989-1C49-D09E1E96EFAB}"/>
              </a:ext>
            </a:extLst>
          </p:cNvPr>
          <p:cNvSpPr>
            <a:spLocks noGrp="1"/>
          </p:cNvSpPr>
          <p:nvPr>
            <p:ph type="title"/>
          </p:nvPr>
        </p:nvSpPr>
        <p:spPr>
          <a:xfrm>
            <a:off x="457200" y="-208811"/>
            <a:ext cx="8229600" cy="1143000"/>
          </a:xfrm>
        </p:spPr>
        <p:txBody>
          <a:bodyPr/>
          <a:lstStyle/>
          <a:p>
            <a:r>
              <a:rPr lang="en-US" altLang="en-US" sz="2800" b="1" dirty="0">
                <a:solidFill>
                  <a:srgbClr val="0070C0"/>
                </a:solidFill>
                <a:latin typeface="Times New Roman" panose="02020603050405020304" pitchFamily="18" charset="0"/>
                <a:cs typeface="Times New Roman" panose="02020603050405020304" pitchFamily="18" charset="0"/>
              </a:rPr>
              <a:t>Design Strategy</a:t>
            </a:r>
            <a:endParaRPr lang="en-IN" altLang="en-US" sz="2800" b="1" dirty="0">
              <a:solidFill>
                <a:srgbClr val="0070C0"/>
              </a:solidFill>
              <a:latin typeface="Times New Roman" panose="02020603050405020304" pitchFamily="18" charset="0"/>
              <a:cs typeface="Times New Roman" panose="02020603050405020304" pitchFamily="18" charset="0"/>
            </a:endParaRPr>
          </a:p>
        </p:txBody>
      </p:sp>
      <p:sp>
        <p:nvSpPr>
          <p:cNvPr id="2" name="Slide Number Placeholder 1">
            <a:extLst>
              <a:ext uri="{FF2B5EF4-FFF2-40B4-BE49-F238E27FC236}">
                <a16:creationId xmlns:a16="http://schemas.microsoft.com/office/drawing/2014/main" id="{BA32503D-45FE-EFF8-8FC6-0CCEA1FF311F}"/>
              </a:ext>
            </a:extLst>
          </p:cNvPr>
          <p:cNvSpPr>
            <a:spLocks noGrp="1"/>
          </p:cNvSpPr>
          <p:nvPr>
            <p:ph type="sldNum" sz="quarter" idx="12"/>
          </p:nvPr>
        </p:nvSpPr>
        <p:spPr/>
        <p:txBody>
          <a:bodyPr/>
          <a:lstStyle/>
          <a:p>
            <a:pPr>
              <a:defRPr/>
            </a:pPr>
            <a:fld id="{15E9D1B8-7EF6-4D9C-8694-90B5BDA32D3D}" type="slidenum">
              <a:rPr lang="en-IN" altLang="en-US" smtClean="0"/>
              <a:pPr>
                <a:defRPr/>
              </a:pPr>
              <a:t>10</a:t>
            </a:fld>
            <a:endParaRPr lang="en-IN" altLang="en-US"/>
          </a:p>
        </p:txBody>
      </p:sp>
      <p:pic>
        <p:nvPicPr>
          <p:cNvPr id="7" name="Picture 6">
            <a:extLst>
              <a:ext uri="{FF2B5EF4-FFF2-40B4-BE49-F238E27FC236}">
                <a16:creationId xmlns:a16="http://schemas.microsoft.com/office/drawing/2014/main" id="{B9C28746-3A97-BA2A-7D63-CFF15CD52AFD}"/>
              </a:ext>
            </a:extLst>
          </p:cNvPr>
          <p:cNvPicPr>
            <a:picLocks noChangeAspect="1"/>
          </p:cNvPicPr>
          <p:nvPr/>
        </p:nvPicPr>
        <p:blipFill>
          <a:blip r:embed="rId4">
            <a:extLst>
              <a:ext uri="{28A0092B-C50C-407E-A947-70E740481C1C}">
                <a14:useLocalDpi xmlns:a14="http://schemas.microsoft.com/office/drawing/2010/main" val="0"/>
              </a:ext>
            </a:extLst>
          </a:blip>
          <a:srcRect l="28958" t="881" r="29126"/>
          <a:stretch>
            <a:fillRect/>
          </a:stretch>
        </p:blipFill>
        <p:spPr>
          <a:xfrm>
            <a:off x="2152891" y="671332"/>
            <a:ext cx="4651134" cy="6186668"/>
          </a:xfrm>
          <a:prstGeom prst="rect">
            <a:avLst/>
          </a:prstGeom>
        </p:spPr>
      </p:pic>
    </p:spTree>
    <p:extLst>
      <p:ext uri="{BB962C8B-B14F-4D97-AF65-F5344CB8AC3E}">
        <p14:creationId xmlns:p14="http://schemas.microsoft.com/office/powerpoint/2010/main" val="10949228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F34D88-80D8-CFC2-A405-64489EAB646B}"/>
            </a:ext>
          </a:extLst>
        </p:cNvPr>
        <p:cNvGrpSpPr/>
        <p:nvPr/>
      </p:nvGrpSpPr>
      <p:grpSpPr>
        <a:xfrm>
          <a:off x="0" y="0"/>
          <a:ext cx="0" cy="0"/>
          <a:chOff x="0" y="0"/>
          <a:chExt cx="0" cy="0"/>
        </a:xfrm>
      </p:grpSpPr>
      <p:pic>
        <p:nvPicPr>
          <p:cNvPr id="31746" name="Picture 2" descr="D:\GITAM-GST-CSE\2024-25\Capstone-Project\GITAM-newlogo.jpeg">
            <a:extLst>
              <a:ext uri="{FF2B5EF4-FFF2-40B4-BE49-F238E27FC236}">
                <a16:creationId xmlns:a16="http://schemas.microsoft.com/office/drawing/2014/main" id="{4015DE0B-A7E6-9185-CE10-D5977E5C0D0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04025" y="-26988"/>
            <a:ext cx="2339975" cy="9620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748" name="Title 1">
            <a:extLst>
              <a:ext uri="{FF2B5EF4-FFF2-40B4-BE49-F238E27FC236}">
                <a16:creationId xmlns:a16="http://schemas.microsoft.com/office/drawing/2014/main" id="{D12C1F7B-8916-CB05-4DDB-564FE938AECE}"/>
              </a:ext>
            </a:extLst>
          </p:cNvPr>
          <p:cNvSpPr>
            <a:spLocks noGrp="1"/>
          </p:cNvSpPr>
          <p:nvPr>
            <p:ph type="title"/>
          </p:nvPr>
        </p:nvSpPr>
        <p:spPr>
          <a:xfrm>
            <a:off x="457200" y="0"/>
            <a:ext cx="8229600" cy="1143000"/>
          </a:xfrm>
        </p:spPr>
        <p:txBody>
          <a:bodyPr/>
          <a:lstStyle/>
          <a:p>
            <a:r>
              <a:rPr lang="en-US" altLang="en-US" sz="2800" b="1" dirty="0">
                <a:solidFill>
                  <a:srgbClr val="0070C0"/>
                </a:solidFill>
                <a:latin typeface="Times New Roman" panose="02020603050405020304" pitchFamily="18" charset="0"/>
                <a:cs typeface="Times New Roman" panose="02020603050405020304" pitchFamily="18" charset="0"/>
              </a:rPr>
              <a:t>Design Strategy</a:t>
            </a:r>
            <a:endParaRPr lang="en-IN" altLang="en-US" sz="2800" b="1" dirty="0">
              <a:solidFill>
                <a:srgbClr val="0070C0"/>
              </a:solidFill>
              <a:latin typeface="Times New Roman" panose="02020603050405020304" pitchFamily="18" charset="0"/>
              <a:cs typeface="Times New Roman" panose="02020603050405020304" pitchFamily="18" charset="0"/>
            </a:endParaRPr>
          </a:p>
        </p:txBody>
      </p:sp>
      <p:sp>
        <p:nvSpPr>
          <p:cNvPr id="2" name="Slide Number Placeholder 1">
            <a:extLst>
              <a:ext uri="{FF2B5EF4-FFF2-40B4-BE49-F238E27FC236}">
                <a16:creationId xmlns:a16="http://schemas.microsoft.com/office/drawing/2014/main" id="{45B185E9-1AC9-D9BA-BE39-016110C01CB1}"/>
              </a:ext>
            </a:extLst>
          </p:cNvPr>
          <p:cNvSpPr>
            <a:spLocks noGrp="1"/>
          </p:cNvSpPr>
          <p:nvPr>
            <p:ph type="sldNum" sz="quarter" idx="12"/>
          </p:nvPr>
        </p:nvSpPr>
        <p:spPr/>
        <p:txBody>
          <a:bodyPr/>
          <a:lstStyle/>
          <a:p>
            <a:pPr>
              <a:defRPr/>
            </a:pPr>
            <a:fld id="{15E9D1B8-7EF6-4D9C-8694-90B5BDA32D3D}" type="slidenum">
              <a:rPr lang="en-IN" altLang="en-US" smtClean="0"/>
              <a:pPr>
                <a:defRPr/>
              </a:pPr>
              <a:t>11</a:t>
            </a:fld>
            <a:endParaRPr lang="en-IN" altLang="en-US"/>
          </a:p>
        </p:txBody>
      </p:sp>
      <p:sp>
        <p:nvSpPr>
          <p:cNvPr id="5" name="TextBox 4">
            <a:extLst>
              <a:ext uri="{FF2B5EF4-FFF2-40B4-BE49-F238E27FC236}">
                <a16:creationId xmlns:a16="http://schemas.microsoft.com/office/drawing/2014/main" id="{2BE1E9B3-C4C5-FC3E-F177-62AE42D6409B}"/>
              </a:ext>
            </a:extLst>
          </p:cNvPr>
          <p:cNvSpPr txBox="1"/>
          <p:nvPr/>
        </p:nvSpPr>
        <p:spPr>
          <a:xfrm>
            <a:off x="723289" y="666504"/>
            <a:ext cx="4572000" cy="1133965"/>
          </a:xfrm>
          <a:prstGeom prst="rect">
            <a:avLst/>
          </a:prstGeom>
          <a:noFill/>
        </p:spPr>
        <p:txBody>
          <a:bodyPr wrap="square">
            <a:spAutoFit/>
          </a:bodyPr>
          <a:lstStyle/>
          <a:p>
            <a:pPr algn="just" eaLnBrk="1" hangingPunct="1">
              <a:lnSpc>
                <a:spcPct val="150000"/>
              </a:lnSpc>
              <a:spcBef>
                <a:spcPct val="0"/>
              </a:spcBef>
              <a:buNone/>
              <a:defRPr/>
            </a:pPr>
            <a:r>
              <a:rPr lang="en-US" altLang="en-US" sz="2400" b="1" dirty="0">
                <a:latin typeface="Times New Roman" panose="02020603050405020304" pitchFamily="18" charset="0"/>
                <a:cs typeface="Times New Roman" panose="02020603050405020304" pitchFamily="18" charset="0"/>
              </a:rPr>
              <a:t>DFD Diagrams</a:t>
            </a:r>
          </a:p>
          <a:p>
            <a:pPr marL="415925" indent="-342900" algn="just" eaLnBrk="1" hangingPunct="1">
              <a:lnSpc>
                <a:spcPct val="150000"/>
              </a:lnSpc>
              <a:spcBef>
                <a:spcPct val="0"/>
              </a:spcBef>
              <a:defRPr/>
            </a:pPr>
            <a:endParaRPr lang="en-US" altLang="en-US" sz="2400"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5A1979B1-7FE7-EF8C-5DF5-D39F299D9988}"/>
              </a:ext>
            </a:extLst>
          </p:cNvPr>
          <p:cNvSpPr txBox="1"/>
          <p:nvPr/>
        </p:nvSpPr>
        <p:spPr>
          <a:xfrm>
            <a:off x="3402012" y="6219825"/>
            <a:ext cx="4572000" cy="832920"/>
          </a:xfrm>
          <a:prstGeom prst="rect">
            <a:avLst/>
          </a:prstGeom>
          <a:noFill/>
        </p:spPr>
        <p:txBody>
          <a:bodyPr wrap="square">
            <a:spAutoFit/>
          </a:bodyPr>
          <a:lstStyle/>
          <a:p>
            <a:pPr algn="just" eaLnBrk="1" hangingPunct="1">
              <a:lnSpc>
                <a:spcPct val="150000"/>
              </a:lnSpc>
              <a:spcBef>
                <a:spcPct val="0"/>
              </a:spcBef>
              <a:buNone/>
              <a:defRPr/>
            </a:pPr>
            <a:r>
              <a:rPr lang="en-US" altLang="en-US" b="1" dirty="0">
                <a:latin typeface="Times New Roman" panose="02020603050405020304" pitchFamily="18" charset="0"/>
                <a:cs typeface="Times New Roman" panose="02020603050405020304" pitchFamily="18" charset="0"/>
              </a:rPr>
              <a:t>Fig: Level-0 Diagram</a:t>
            </a:r>
            <a:endParaRPr lang="en-US" altLang="en-US" sz="1600" b="1" dirty="0">
              <a:latin typeface="Times New Roman" panose="02020603050405020304" pitchFamily="18" charset="0"/>
              <a:cs typeface="Times New Roman" panose="02020603050405020304" pitchFamily="18" charset="0"/>
            </a:endParaRPr>
          </a:p>
          <a:p>
            <a:pPr marL="415925" indent="-342900" algn="just" eaLnBrk="1" hangingPunct="1">
              <a:lnSpc>
                <a:spcPct val="150000"/>
              </a:lnSpc>
              <a:spcBef>
                <a:spcPct val="0"/>
              </a:spcBef>
              <a:defRPr/>
            </a:pPr>
            <a:endParaRPr lang="en-US" altLang="en-US" sz="16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57007038-B5DC-1209-E9E4-A80AF1155E39}"/>
              </a:ext>
            </a:extLst>
          </p:cNvPr>
          <p:cNvPicPr>
            <a:picLocks noChangeAspect="1"/>
          </p:cNvPicPr>
          <p:nvPr/>
        </p:nvPicPr>
        <p:blipFill>
          <a:blip r:embed="rId4">
            <a:extLst>
              <a:ext uri="{28A0092B-C50C-407E-A947-70E740481C1C}">
                <a14:useLocalDpi xmlns:a14="http://schemas.microsoft.com/office/drawing/2010/main" val="0"/>
              </a:ext>
            </a:extLst>
          </a:blip>
          <a:srcRect l="18737" t="9103" r="19586" b="10385"/>
          <a:stretch>
            <a:fillRect/>
          </a:stretch>
        </p:blipFill>
        <p:spPr>
          <a:xfrm>
            <a:off x="2811096" y="1025525"/>
            <a:ext cx="3992929" cy="5266104"/>
          </a:xfrm>
          <a:prstGeom prst="rect">
            <a:avLst/>
          </a:prstGeom>
        </p:spPr>
      </p:pic>
    </p:spTree>
    <p:extLst>
      <p:ext uri="{BB962C8B-B14F-4D97-AF65-F5344CB8AC3E}">
        <p14:creationId xmlns:p14="http://schemas.microsoft.com/office/powerpoint/2010/main" val="6310769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E0224A-9C29-680B-6385-D93D491AFA33}"/>
            </a:ext>
          </a:extLst>
        </p:cNvPr>
        <p:cNvGrpSpPr/>
        <p:nvPr/>
      </p:nvGrpSpPr>
      <p:grpSpPr>
        <a:xfrm>
          <a:off x="0" y="0"/>
          <a:ext cx="0" cy="0"/>
          <a:chOff x="0" y="0"/>
          <a:chExt cx="0" cy="0"/>
        </a:xfrm>
      </p:grpSpPr>
      <p:pic>
        <p:nvPicPr>
          <p:cNvPr id="31746" name="Picture 2" descr="D:\GITAM-GST-CSE\2024-25\Capstone-Project\GITAM-newlogo.jpeg">
            <a:extLst>
              <a:ext uri="{FF2B5EF4-FFF2-40B4-BE49-F238E27FC236}">
                <a16:creationId xmlns:a16="http://schemas.microsoft.com/office/drawing/2014/main" id="{024C62E2-FF78-44A2-3232-70C0D592445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04025" y="-26988"/>
            <a:ext cx="2339975" cy="9620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748" name="Title 1">
            <a:extLst>
              <a:ext uri="{FF2B5EF4-FFF2-40B4-BE49-F238E27FC236}">
                <a16:creationId xmlns:a16="http://schemas.microsoft.com/office/drawing/2014/main" id="{925BECC9-DB24-FD36-0F6F-76FBA3BEDA97}"/>
              </a:ext>
            </a:extLst>
          </p:cNvPr>
          <p:cNvSpPr>
            <a:spLocks noGrp="1"/>
          </p:cNvSpPr>
          <p:nvPr>
            <p:ph type="title"/>
          </p:nvPr>
        </p:nvSpPr>
        <p:spPr>
          <a:xfrm>
            <a:off x="457200" y="0"/>
            <a:ext cx="8229600" cy="1143000"/>
          </a:xfrm>
        </p:spPr>
        <p:txBody>
          <a:bodyPr/>
          <a:lstStyle/>
          <a:p>
            <a:r>
              <a:rPr lang="en-US" altLang="en-US" sz="2800" b="1" dirty="0">
                <a:solidFill>
                  <a:srgbClr val="0070C0"/>
                </a:solidFill>
                <a:latin typeface="Times New Roman" panose="02020603050405020304" pitchFamily="18" charset="0"/>
                <a:cs typeface="Times New Roman" panose="02020603050405020304" pitchFamily="18" charset="0"/>
              </a:rPr>
              <a:t>Design Strategy</a:t>
            </a:r>
            <a:endParaRPr lang="en-IN" altLang="en-US" sz="2800" b="1" dirty="0">
              <a:solidFill>
                <a:srgbClr val="0070C0"/>
              </a:solidFill>
              <a:latin typeface="Times New Roman" panose="02020603050405020304" pitchFamily="18" charset="0"/>
              <a:cs typeface="Times New Roman" panose="02020603050405020304" pitchFamily="18" charset="0"/>
            </a:endParaRPr>
          </a:p>
        </p:txBody>
      </p:sp>
      <p:sp>
        <p:nvSpPr>
          <p:cNvPr id="2" name="Slide Number Placeholder 1">
            <a:extLst>
              <a:ext uri="{FF2B5EF4-FFF2-40B4-BE49-F238E27FC236}">
                <a16:creationId xmlns:a16="http://schemas.microsoft.com/office/drawing/2014/main" id="{64AFB64C-7D3F-D85A-A4B4-4F90D48BCBF5}"/>
              </a:ext>
            </a:extLst>
          </p:cNvPr>
          <p:cNvSpPr>
            <a:spLocks noGrp="1"/>
          </p:cNvSpPr>
          <p:nvPr>
            <p:ph type="sldNum" sz="quarter" idx="12"/>
          </p:nvPr>
        </p:nvSpPr>
        <p:spPr/>
        <p:txBody>
          <a:bodyPr/>
          <a:lstStyle/>
          <a:p>
            <a:pPr>
              <a:defRPr/>
            </a:pPr>
            <a:fld id="{15E9D1B8-7EF6-4D9C-8694-90B5BDA32D3D}" type="slidenum">
              <a:rPr lang="en-IN" altLang="en-US" smtClean="0"/>
              <a:pPr>
                <a:defRPr/>
              </a:pPr>
              <a:t>12</a:t>
            </a:fld>
            <a:endParaRPr lang="en-IN" altLang="en-US"/>
          </a:p>
        </p:txBody>
      </p:sp>
      <p:sp>
        <p:nvSpPr>
          <p:cNvPr id="5" name="TextBox 4">
            <a:extLst>
              <a:ext uri="{FF2B5EF4-FFF2-40B4-BE49-F238E27FC236}">
                <a16:creationId xmlns:a16="http://schemas.microsoft.com/office/drawing/2014/main" id="{36671BBC-32DE-552D-B45B-44106D777F97}"/>
              </a:ext>
            </a:extLst>
          </p:cNvPr>
          <p:cNvSpPr txBox="1"/>
          <p:nvPr/>
        </p:nvSpPr>
        <p:spPr>
          <a:xfrm>
            <a:off x="723289" y="666504"/>
            <a:ext cx="4572000" cy="1133965"/>
          </a:xfrm>
          <a:prstGeom prst="rect">
            <a:avLst/>
          </a:prstGeom>
          <a:noFill/>
        </p:spPr>
        <p:txBody>
          <a:bodyPr wrap="square">
            <a:spAutoFit/>
          </a:bodyPr>
          <a:lstStyle/>
          <a:p>
            <a:pPr algn="just" eaLnBrk="1" hangingPunct="1">
              <a:lnSpc>
                <a:spcPct val="150000"/>
              </a:lnSpc>
              <a:spcBef>
                <a:spcPct val="0"/>
              </a:spcBef>
              <a:buNone/>
              <a:defRPr/>
            </a:pPr>
            <a:r>
              <a:rPr lang="en-US" altLang="en-US" sz="2400" b="1" dirty="0">
                <a:latin typeface="Times New Roman" panose="02020603050405020304" pitchFamily="18" charset="0"/>
                <a:cs typeface="Times New Roman" panose="02020603050405020304" pitchFamily="18" charset="0"/>
              </a:rPr>
              <a:t>DFD Diagrams</a:t>
            </a:r>
          </a:p>
          <a:p>
            <a:pPr marL="415925" indent="-342900" algn="just" eaLnBrk="1" hangingPunct="1">
              <a:lnSpc>
                <a:spcPct val="150000"/>
              </a:lnSpc>
              <a:spcBef>
                <a:spcPct val="0"/>
              </a:spcBef>
              <a:defRPr/>
            </a:pPr>
            <a:endParaRPr lang="en-US" altLang="en-US" sz="2400"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36C05C2A-E761-1226-18DE-0183BAFEE998}"/>
              </a:ext>
            </a:extLst>
          </p:cNvPr>
          <p:cNvSpPr txBox="1"/>
          <p:nvPr/>
        </p:nvSpPr>
        <p:spPr>
          <a:xfrm>
            <a:off x="3402012" y="6219825"/>
            <a:ext cx="4572000" cy="832920"/>
          </a:xfrm>
          <a:prstGeom prst="rect">
            <a:avLst/>
          </a:prstGeom>
          <a:noFill/>
        </p:spPr>
        <p:txBody>
          <a:bodyPr wrap="square">
            <a:spAutoFit/>
          </a:bodyPr>
          <a:lstStyle/>
          <a:p>
            <a:pPr algn="just" eaLnBrk="1" hangingPunct="1">
              <a:lnSpc>
                <a:spcPct val="150000"/>
              </a:lnSpc>
              <a:spcBef>
                <a:spcPct val="0"/>
              </a:spcBef>
              <a:buNone/>
              <a:defRPr/>
            </a:pPr>
            <a:r>
              <a:rPr lang="en-US" altLang="en-US" b="1" dirty="0">
                <a:latin typeface="Times New Roman" panose="02020603050405020304" pitchFamily="18" charset="0"/>
                <a:cs typeface="Times New Roman" panose="02020603050405020304" pitchFamily="18" charset="0"/>
              </a:rPr>
              <a:t>Fig: Level-1 Diagram</a:t>
            </a:r>
            <a:endParaRPr lang="en-US" altLang="en-US" sz="1600" b="1" dirty="0">
              <a:latin typeface="Times New Roman" panose="02020603050405020304" pitchFamily="18" charset="0"/>
              <a:cs typeface="Times New Roman" panose="02020603050405020304" pitchFamily="18" charset="0"/>
            </a:endParaRPr>
          </a:p>
          <a:p>
            <a:pPr marL="415925" indent="-342900" algn="just" eaLnBrk="1" hangingPunct="1">
              <a:lnSpc>
                <a:spcPct val="150000"/>
              </a:lnSpc>
              <a:spcBef>
                <a:spcPct val="0"/>
              </a:spcBef>
              <a:defRPr/>
            </a:pPr>
            <a:endParaRPr lang="en-US" altLang="en-US" sz="1600"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2BFCAB42-3E0B-3365-52DB-392484293D6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195000" y="872593"/>
            <a:ext cx="3073916" cy="5483757"/>
          </a:xfrm>
          <a:prstGeom prst="rect">
            <a:avLst/>
          </a:prstGeom>
        </p:spPr>
      </p:pic>
    </p:spTree>
    <p:extLst>
      <p:ext uri="{BB962C8B-B14F-4D97-AF65-F5344CB8AC3E}">
        <p14:creationId xmlns:p14="http://schemas.microsoft.com/office/powerpoint/2010/main" val="38472822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70DFE3-3CA9-E9AC-A9F4-CE760964E7ED}"/>
            </a:ext>
          </a:extLst>
        </p:cNvPr>
        <p:cNvGrpSpPr/>
        <p:nvPr/>
      </p:nvGrpSpPr>
      <p:grpSpPr>
        <a:xfrm>
          <a:off x="0" y="0"/>
          <a:ext cx="0" cy="0"/>
          <a:chOff x="0" y="0"/>
          <a:chExt cx="0" cy="0"/>
        </a:xfrm>
      </p:grpSpPr>
      <p:pic>
        <p:nvPicPr>
          <p:cNvPr id="31746" name="Picture 2" descr="D:\GITAM-GST-CSE\2024-25\Capstone-Project\GITAM-newlogo.jpeg">
            <a:extLst>
              <a:ext uri="{FF2B5EF4-FFF2-40B4-BE49-F238E27FC236}">
                <a16:creationId xmlns:a16="http://schemas.microsoft.com/office/drawing/2014/main" id="{5D832F6E-8C20-3FCC-2A52-CE4334EDE24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04025" y="-26988"/>
            <a:ext cx="2339975" cy="9620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748" name="Title 1">
            <a:extLst>
              <a:ext uri="{FF2B5EF4-FFF2-40B4-BE49-F238E27FC236}">
                <a16:creationId xmlns:a16="http://schemas.microsoft.com/office/drawing/2014/main" id="{1539720B-4184-3922-BA07-BD60C14FE5FF}"/>
              </a:ext>
            </a:extLst>
          </p:cNvPr>
          <p:cNvSpPr>
            <a:spLocks noGrp="1"/>
          </p:cNvSpPr>
          <p:nvPr>
            <p:ph type="title"/>
          </p:nvPr>
        </p:nvSpPr>
        <p:spPr>
          <a:xfrm>
            <a:off x="457200" y="-69851"/>
            <a:ext cx="8229600" cy="1143000"/>
          </a:xfrm>
        </p:spPr>
        <p:txBody>
          <a:bodyPr/>
          <a:lstStyle/>
          <a:p>
            <a:r>
              <a:rPr lang="en-US" altLang="en-US" sz="2800" b="1" dirty="0">
                <a:solidFill>
                  <a:srgbClr val="0070C0"/>
                </a:solidFill>
                <a:latin typeface="Times New Roman" panose="02020603050405020304" pitchFamily="18" charset="0"/>
                <a:cs typeface="Times New Roman" panose="02020603050405020304" pitchFamily="18" charset="0"/>
              </a:rPr>
              <a:t>Design Strategy</a:t>
            </a:r>
            <a:endParaRPr lang="en-IN" altLang="en-US" sz="2800" b="1" dirty="0">
              <a:solidFill>
                <a:srgbClr val="0070C0"/>
              </a:solidFill>
              <a:latin typeface="Times New Roman" panose="02020603050405020304" pitchFamily="18" charset="0"/>
              <a:cs typeface="Times New Roman" panose="02020603050405020304" pitchFamily="18" charset="0"/>
            </a:endParaRPr>
          </a:p>
        </p:txBody>
      </p:sp>
      <p:sp>
        <p:nvSpPr>
          <p:cNvPr id="2" name="Slide Number Placeholder 1">
            <a:extLst>
              <a:ext uri="{FF2B5EF4-FFF2-40B4-BE49-F238E27FC236}">
                <a16:creationId xmlns:a16="http://schemas.microsoft.com/office/drawing/2014/main" id="{F23192DE-EB74-23EF-5D48-3474FEF3D995}"/>
              </a:ext>
            </a:extLst>
          </p:cNvPr>
          <p:cNvSpPr>
            <a:spLocks noGrp="1"/>
          </p:cNvSpPr>
          <p:nvPr>
            <p:ph type="sldNum" sz="quarter" idx="12"/>
          </p:nvPr>
        </p:nvSpPr>
        <p:spPr/>
        <p:txBody>
          <a:bodyPr/>
          <a:lstStyle/>
          <a:p>
            <a:pPr>
              <a:defRPr/>
            </a:pPr>
            <a:fld id="{15E9D1B8-7EF6-4D9C-8694-90B5BDA32D3D}" type="slidenum">
              <a:rPr lang="en-IN" altLang="en-US" smtClean="0"/>
              <a:pPr>
                <a:defRPr/>
              </a:pPr>
              <a:t>13</a:t>
            </a:fld>
            <a:endParaRPr lang="en-IN" altLang="en-US"/>
          </a:p>
        </p:txBody>
      </p:sp>
      <p:sp>
        <p:nvSpPr>
          <p:cNvPr id="5" name="TextBox 4">
            <a:extLst>
              <a:ext uri="{FF2B5EF4-FFF2-40B4-BE49-F238E27FC236}">
                <a16:creationId xmlns:a16="http://schemas.microsoft.com/office/drawing/2014/main" id="{83305DD6-F74E-8DB3-36A6-C8CCCCDD0BBD}"/>
              </a:ext>
            </a:extLst>
          </p:cNvPr>
          <p:cNvSpPr txBox="1"/>
          <p:nvPr/>
        </p:nvSpPr>
        <p:spPr>
          <a:xfrm>
            <a:off x="758459" y="772767"/>
            <a:ext cx="4572000" cy="1133965"/>
          </a:xfrm>
          <a:prstGeom prst="rect">
            <a:avLst/>
          </a:prstGeom>
          <a:noFill/>
        </p:spPr>
        <p:txBody>
          <a:bodyPr wrap="square">
            <a:spAutoFit/>
          </a:bodyPr>
          <a:lstStyle/>
          <a:p>
            <a:pPr algn="just" eaLnBrk="1" hangingPunct="1">
              <a:lnSpc>
                <a:spcPct val="150000"/>
              </a:lnSpc>
              <a:spcBef>
                <a:spcPct val="0"/>
              </a:spcBef>
              <a:buNone/>
              <a:defRPr/>
            </a:pPr>
            <a:r>
              <a:rPr lang="en-US" altLang="en-US" sz="2400" b="1" dirty="0">
                <a:latin typeface="Times New Roman" panose="02020603050405020304" pitchFamily="18" charset="0"/>
                <a:cs typeface="Times New Roman" panose="02020603050405020304" pitchFamily="18" charset="0"/>
              </a:rPr>
              <a:t>UML Diagrams</a:t>
            </a:r>
          </a:p>
          <a:p>
            <a:pPr marL="415925" indent="-342900" algn="just" eaLnBrk="1" hangingPunct="1">
              <a:lnSpc>
                <a:spcPct val="150000"/>
              </a:lnSpc>
              <a:spcBef>
                <a:spcPct val="0"/>
              </a:spcBef>
              <a:defRPr/>
            </a:pPr>
            <a:endParaRPr lang="en-US" altLang="en-US" sz="2400"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ACD18F75-616A-4E23-1FB1-85B47A7D6243}"/>
              </a:ext>
            </a:extLst>
          </p:cNvPr>
          <p:cNvSpPr txBox="1"/>
          <p:nvPr/>
        </p:nvSpPr>
        <p:spPr>
          <a:xfrm>
            <a:off x="3402012" y="6025080"/>
            <a:ext cx="4572000" cy="832920"/>
          </a:xfrm>
          <a:prstGeom prst="rect">
            <a:avLst/>
          </a:prstGeom>
          <a:noFill/>
        </p:spPr>
        <p:txBody>
          <a:bodyPr wrap="square">
            <a:spAutoFit/>
          </a:bodyPr>
          <a:lstStyle/>
          <a:p>
            <a:pPr algn="just" eaLnBrk="1" hangingPunct="1">
              <a:lnSpc>
                <a:spcPct val="150000"/>
              </a:lnSpc>
              <a:spcBef>
                <a:spcPct val="0"/>
              </a:spcBef>
              <a:buNone/>
              <a:defRPr/>
            </a:pPr>
            <a:r>
              <a:rPr lang="en-US" altLang="en-US" b="1" dirty="0">
                <a:latin typeface="Times New Roman" panose="02020603050405020304" pitchFamily="18" charset="0"/>
                <a:cs typeface="Times New Roman" panose="02020603050405020304" pitchFamily="18" charset="0"/>
              </a:rPr>
              <a:t>Fig: Use Case Diagram</a:t>
            </a:r>
            <a:endParaRPr lang="en-US" altLang="en-US" sz="1600" b="1" dirty="0">
              <a:latin typeface="Times New Roman" panose="02020603050405020304" pitchFamily="18" charset="0"/>
              <a:cs typeface="Times New Roman" panose="02020603050405020304" pitchFamily="18" charset="0"/>
            </a:endParaRPr>
          </a:p>
          <a:p>
            <a:pPr marL="415925" indent="-342900" algn="just" eaLnBrk="1" hangingPunct="1">
              <a:lnSpc>
                <a:spcPct val="150000"/>
              </a:lnSpc>
              <a:spcBef>
                <a:spcPct val="0"/>
              </a:spcBef>
              <a:defRPr/>
            </a:pPr>
            <a:endParaRPr lang="en-US" altLang="en-US" sz="1600" dirty="0">
              <a:latin typeface="Times New Roman" panose="02020603050405020304" pitchFamily="18" charset="0"/>
              <a:cs typeface="Times New Roman" panose="02020603050405020304" pitchFamily="18" charset="0"/>
            </a:endParaRPr>
          </a:p>
        </p:txBody>
      </p:sp>
      <p:pic>
        <p:nvPicPr>
          <p:cNvPr id="13" name="Picture 12">
            <a:extLst>
              <a:ext uri="{FF2B5EF4-FFF2-40B4-BE49-F238E27FC236}">
                <a16:creationId xmlns:a16="http://schemas.microsoft.com/office/drawing/2014/main" id="{66638CB0-EC66-D990-2DDC-E7D555F250B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72403" y="1373881"/>
            <a:ext cx="5961900" cy="4681737"/>
          </a:xfrm>
          <a:prstGeom prst="rect">
            <a:avLst/>
          </a:prstGeom>
        </p:spPr>
      </p:pic>
    </p:spTree>
    <p:extLst>
      <p:ext uri="{BB962C8B-B14F-4D97-AF65-F5344CB8AC3E}">
        <p14:creationId xmlns:p14="http://schemas.microsoft.com/office/powerpoint/2010/main" val="2038920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03AAFF-B674-C616-30CD-A569E7A61C6D}"/>
            </a:ext>
          </a:extLst>
        </p:cNvPr>
        <p:cNvGrpSpPr/>
        <p:nvPr/>
      </p:nvGrpSpPr>
      <p:grpSpPr>
        <a:xfrm>
          <a:off x="0" y="0"/>
          <a:ext cx="0" cy="0"/>
          <a:chOff x="0" y="0"/>
          <a:chExt cx="0" cy="0"/>
        </a:xfrm>
      </p:grpSpPr>
      <p:pic>
        <p:nvPicPr>
          <p:cNvPr id="31746" name="Picture 2" descr="D:\GITAM-GST-CSE\2024-25\Capstone-Project\GITAM-newlogo.jpeg">
            <a:extLst>
              <a:ext uri="{FF2B5EF4-FFF2-40B4-BE49-F238E27FC236}">
                <a16:creationId xmlns:a16="http://schemas.microsoft.com/office/drawing/2014/main" id="{C5740F93-2D82-D31C-D6DE-04AC830BA18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04025" y="-26988"/>
            <a:ext cx="2339975" cy="9620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748" name="Title 1">
            <a:extLst>
              <a:ext uri="{FF2B5EF4-FFF2-40B4-BE49-F238E27FC236}">
                <a16:creationId xmlns:a16="http://schemas.microsoft.com/office/drawing/2014/main" id="{4230DEE4-46DA-C8D5-CFFF-1DB92DE16E3F}"/>
              </a:ext>
            </a:extLst>
          </p:cNvPr>
          <p:cNvSpPr>
            <a:spLocks noGrp="1"/>
          </p:cNvSpPr>
          <p:nvPr>
            <p:ph type="title"/>
          </p:nvPr>
        </p:nvSpPr>
        <p:spPr>
          <a:xfrm>
            <a:off x="457200" y="-55526"/>
            <a:ext cx="8229600" cy="1143000"/>
          </a:xfrm>
        </p:spPr>
        <p:txBody>
          <a:bodyPr/>
          <a:lstStyle/>
          <a:p>
            <a:r>
              <a:rPr lang="en-US" altLang="en-US" sz="2800" b="1" dirty="0">
                <a:solidFill>
                  <a:srgbClr val="0070C0"/>
                </a:solidFill>
                <a:latin typeface="Times New Roman" panose="02020603050405020304" pitchFamily="18" charset="0"/>
                <a:cs typeface="Times New Roman" panose="02020603050405020304" pitchFamily="18" charset="0"/>
              </a:rPr>
              <a:t>Design Strategy</a:t>
            </a:r>
            <a:endParaRPr lang="en-IN" altLang="en-US" sz="2800" b="1" dirty="0">
              <a:solidFill>
                <a:srgbClr val="0070C0"/>
              </a:solidFill>
              <a:latin typeface="Times New Roman" panose="02020603050405020304" pitchFamily="18" charset="0"/>
              <a:cs typeface="Times New Roman" panose="02020603050405020304" pitchFamily="18" charset="0"/>
            </a:endParaRPr>
          </a:p>
        </p:txBody>
      </p:sp>
      <p:sp>
        <p:nvSpPr>
          <p:cNvPr id="2" name="Slide Number Placeholder 1">
            <a:extLst>
              <a:ext uri="{FF2B5EF4-FFF2-40B4-BE49-F238E27FC236}">
                <a16:creationId xmlns:a16="http://schemas.microsoft.com/office/drawing/2014/main" id="{1286BC06-816C-BB99-8247-13A4BD23112A}"/>
              </a:ext>
            </a:extLst>
          </p:cNvPr>
          <p:cNvSpPr>
            <a:spLocks noGrp="1"/>
          </p:cNvSpPr>
          <p:nvPr>
            <p:ph type="sldNum" sz="quarter" idx="12"/>
          </p:nvPr>
        </p:nvSpPr>
        <p:spPr/>
        <p:txBody>
          <a:bodyPr/>
          <a:lstStyle/>
          <a:p>
            <a:pPr>
              <a:defRPr/>
            </a:pPr>
            <a:fld id="{15E9D1B8-7EF6-4D9C-8694-90B5BDA32D3D}" type="slidenum">
              <a:rPr lang="en-IN" altLang="en-US" smtClean="0"/>
              <a:pPr>
                <a:defRPr/>
              </a:pPr>
              <a:t>14</a:t>
            </a:fld>
            <a:endParaRPr lang="en-IN" altLang="en-US"/>
          </a:p>
        </p:txBody>
      </p:sp>
      <p:sp>
        <p:nvSpPr>
          <p:cNvPr id="5" name="TextBox 4">
            <a:extLst>
              <a:ext uri="{FF2B5EF4-FFF2-40B4-BE49-F238E27FC236}">
                <a16:creationId xmlns:a16="http://schemas.microsoft.com/office/drawing/2014/main" id="{E28F1D17-FFB8-5E25-EA84-146AAA2BBCD0}"/>
              </a:ext>
            </a:extLst>
          </p:cNvPr>
          <p:cNvSpPr txBox="1"/>
          <p:nvPr/>
        </p:nvSpPr>
        <p:spPr>
          <a:xfrm>
            <a:off x="768469" y="686689"/>
            <a:ext cx="4572000" cy="579967"/>
          </a:xfrm>
          <a:prstGeom prst="rect">
            <a:avLst/>
          </a:prstGeom>
          <a:noFill/>
        </p:spPr>
        <p:txBody>
          <a:bodyPr wrap="square">
            <a:spAutoFit/>
          </a:bodyPr>
          <a:lstStyle/>
          <a:p>
            <a:pPr marL="415925" indent="-342900" algn="just" eaLnBrk="1" hangingPunct="1">
              <a:lnSpc>
                <a:spcPct val="150000"/>
              </a:lnSpc>
              <a:spcBef>
                <a:spcPct val="0"/>
              </a:spcBef>
              <a:defRPr/>
            </a:pPr>
            <a:endParaRPr lang="en-US" altLang="en-US" sz="2400"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7D5A8C2C-2F76-375B-4E27-F13A0B99DDE4}"/>
              </a:ext>
            </a:extLst>
          </p:cNvPr>
          <p:cNvSpPr txBox="1"/>
          <p:nvPr/>
        </p:nvSpPr>
        <p:spPr>
          <a:xfrm>
            <a:off x="3505199" y="6025080"/>
            <a:ext cx="2133600" cy="832920"/>
          </a:xfrm>
          <a:prstGeom prst="rect">
            <a:avLst/>
          </a:prstGeom>
          <a:noFill/>
        </p:spPr>
        <p:txBody>
          <a:bodyPr wrap="square">
            <a:spAutoFit/>
          </a:bodyPr>
          <a:lstStyle/>
          <a:p>
            <a:pPr algn="just" eaLnBrk="1" hangingPunct="1">
              <a:lnSpc>
                <a:spcPct val="150000"/>
              </a:lnSpc>
              <a:spcBef>
                <a:spcPct val="0"/>
              </a:spcBef>
              <a:buNone/>
              <a:defRPr/>
            </a:pPr>
            <a:r>
              <a:rPr lang="en-US" altLang="en-US" b="1" dirty="0">
                <a:latin typeface="Times New Roman" panose="02020603050405020304" pitchFamily="18" charset="0"/>
                <a:cs typeface="Times New Roman" panose="02020603050405020304" pitchFamily="18" charset="0"/>
              </a:rPr>
              <a:t>Fig: Class Diagram</a:t>
            </a:r>
            <a:endParaRPr lang="en-US" altLang="en-US" sz="1600" b="1" dirty="0">
              <a:latin typeface="Times New Roman" panose="02020603050405020304" pitchFamily="18" charset="0"/>
              <a:cs typeface="Times New Roman" panose="02020603050405020304" pitchFamily="18" charset="0"/>
            </a:endParaRPr>
          </a:p>
          <a:p>
            <a:pPr marL="415925" indent="-342900" algn="just" eaLnBrk="1" hangingPunct="1">
              <a:lnSpc>
                <a:spcPct val="150000"/>
              </a:lnSpc>
              <a:spcBef>
                <a:spcPct val="0"/>
              </a:spcBef>
              <a:defRPr/>
            </a:pPr>
            <a:endParaRPr lang="en-US" altLang="en-US" sz="1600"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B98FAEEE-6A64-58B9-B20F-B83B5D7FBE97}"/>
              </a:ext>
            </a:extLst>
          </p:cNvPr>
          <p:cNvSpPr txBox="1"/>
          <p:nvPr/>
        </p:nvSpPr>
        <p:spPr>
          <a:xfrm>
            <a:off x="679936" y="549029"/>
            <a:ext cx="4572000" cy="1133965"/>
          </a:xfrm>
          <a:prstGeom prst="rect">
            <a:avLst/>
          </a:prstGeom>
          <a:noFill/>
        </p:spPr>
        <p:txBody>
          <a:bodyPr wrap="square">
            <a:spAutoFit/>
          </a:bodyPr>
          <a:lstStyle/>
          <a:p>
            <a:pPr algn="just" eaLnBrk="1" hangingPunct="1">
              <a:lnSpc>
                <a:spcPct val="150000"/>
              </a:lnSpc>
              <a:spcBef>
                <a:spcPct val="0"/>
              </a:spcBef>
              <a:buNone/>
              <a:defRPr/>
            </a:pPr>
            <a:r>
              <a:rPr lang="en-US" altLang="en-US" sz="2400" b="1" dirty="0">
                <a:latin typeface="Times New Roman" panose="02020603050405020304" pitchFamily="18" charset="0"/>
                <a:cs typeface="Times New Roman" panose="02020603050405020304" pitchFamily="18" charset="0"/>
              </a:rPr>
              <a:t>UML Diagrams</a:t>
            </a:r>
          </a:p>
          <a:p>
            <a:pPr marL="415925" indent="-342900" algn="just" eaLnBrk="1" hangingPunct="1">
              <a:lnSpc>
                <a:spcPct val="150000"/>
              </a:lnSpc>
              <a:spcBef>
                <a:spcPct val="0"/>
              </a:spcBef>
              <a:defRPr/>
            </a:pPr>
            <a:endParaRPr lang="en-US" altLang="en-US" sz="2400" dirty="0">
              <a:latin typeface="Times New Roman" panose="02020603050405020304" pitchFamily="18" charset="0"/>
              <a:cs typeface="Times New Roman" panose="02020603050405020304" pitchFamily="18" charset="0"/>
            </a:endParaRPr>
          </a:p>
        </p:txBody>
      </p:sp>
      <p:pic>
        <p:nvPicPr>
          <p:cNvPr id="11" name="Picture 10">
            <a:extLst>
              <a:ext uri="{FF2B5EF4-FFF2-40B4-BE49-F238E27FC236}">
                <a16:creationId xmlns:a16="http://schemas.microsoft.com/office/drawing/2014/main" id="{ECCA7397-E481-A19C-9AE3-F1E30040311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339651" y="1197790"/>
            <a:ext cx="6464696" cy="4830818"/>
          </a:xfrm>
          <a:prstGeom prst="rect">
            <a:avLst/>
          </a:prstGeom>
        </p:spPr>
      </p:pic>
    </p:spTree>
    <p:extLst>
      <p:ext uri="{BB962C8B-B14F-4D97-AF65-F5344CB8AC3E}">
        <p14:creationId xmlns:p14="http://schemas.microsoft.com/office/powerpoint/2010/main" val="30206215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93D836-8F2E-4885-9082-49B97CB44264}"/>
            </a:ext>
          </a:extLst>
        </p:cNvPr>
        <p:cNvGrpSpPr/>
        <p:nvPr/>
      </p:nvGrpSpPr>
      <p:grpSpPr>
        <a:xfrm>
          <a:off x="0" y="0"/>
          <a:ext cx="0" cy="0"/>
          <a:chOff x="0" y="0"/>
          <a:chExt cx="0" cy="0"/>
        </a:xfrm>
      </p:grpSpPr>
      <p:pic>
        <p:nvPicPr>
          <p:cNvPr id="31746" name="Picture 2" descr="D:\GITAM-GST-CSE\2024-25\Capstone-Project\GITAM-newlogo.jpeg">
            <a:extLst>
              <a:ext uri="{FF2B5EF4-FFF2-40B4-BE49-F238E27FC236}">
                <a16:creationId xmlns:a16="http://schemas.microsoft.com/office/drawing/2014/main" id="{3DAA6E0B-A7FF-2945-5C09-5A342B2688F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04025" y="-26988"/>
            <a:ext cx="2339975" cy="9620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748" name="Title 1">
            <a:extLst>
              <a:ext uri="{FF2B5EF4-FFF2-40B4-BE49-F238E27FC236}">
                <a16:creationId xmlns:a16="http://schemas.microsoft.com/office/drawing/2014/main" id="{6AC3D012-71AD-773F-017B-FEDE703178CE}"/>
              </a:ext>
            </a:extLst>
          </p:cNvPr>
          <p:cNvSpPr>
            <a:spLocks noGrp="1"/>
          </p:cNvSpPr>
          <p:nvPr>
            <p:ph type="title"/>
          </p:nvPr>
        </p:nvSpPr>
        <p:spPr>
          <a:xfrm>
            <a:off x="457200" y="363538"/>
            <a:ext cx="8229600" cy="1143000"/>
          </a:xfrm>
        </p:spPr>
        <p:txBody>
          <a:bodyPr/>
          <a:lstStyle/>
          <a:p>
            <a:r>
              <a:rPr lang="en-US" altLang="en-US" sz="2800" b="1" dirty="0">
                <a:solidFill>
                  <a:srgbClr val="0070C0"/>
                </a:solidFill>
                <a:latin typeface="Times New Roman" panose="02020603050405020304" pitchFamily="18" charset="0"/>
                <a:cs typeface="Times New Roman" panose="02020603050405020304" pitchFamily="18" charset="0"/>
              </a:rPr>
              <a:t>Design Strategy</a:t>
            </a:r>
            <a:endParaRPr lang="en-IN" altLang="en-US" sz="2800" b="1" dirty="0">
              <a:solidFill>
                <a:srgbClr val="0070C0"/>
              </a:solidFill>
              <a:latin typeface="Times New Roman" panose="02020603050405020304" pitchFamily="18" charset="0"/>
              <a:cs typeface="Times New Roman" panose="02020603050405020304" pitchFamily="18" charset="0"/>
            </a:endParaRPr>
          </a:p>
        </p:txBody>
      </p:sp>
      <p:sp>
        <p:nvSpPr>
          <p:cNvPr id="2" name="Slide Number Placeholder 1">
            <a:extLst>
              <a:ext uri="{FF2B5EF4-FFF2-40B4-BE49-F238E27FC236}">
                <a16:creationId xmlns:a16="http://schemas.microsoft.com/office/drawing/2014/main" id="{F045A44C-9019-84F7-DAC4-EE43E5ECE997}"/>
              </a:ext>
            </a:extLst>
          </p:cNvPr>
          <p:cNvSpPr>
            <a:spLocks noGrp="1"/>
          </p:cNvSpPr>
          <p:nvPr>
            <p:ph type="sldNum" sz="quarter" idx="12"/>
          </p:nvPr>
        </p:nvSpPr>
        <p:spPr/>
        <p:txBody>
          <a:bodyPr/>
          <a:lstStyle/>
          <a:p>
            <a:pPr>
              <a:defRPr/>
            </a:pPr>
            <a:fld id="{15E9D1B8-7EF6-4D9C-8694-90B5BDA32D3D}" type="slidenum">
              <a:rPr lang="en-IN" altLang="en-US" smtClean="0"/>
              <a:pPr>
                <a:defRPr/>
              </a:pPr>
              <a:t>15</a:t>
            </a:fld>
            <a:endParaRPr lang="en-IN" altLang="en-US"/>
          </a:p>
        </p:txBody>
      </p:sp>
      <p:sp>
        <p:nvSpPr>
          <p:cNvPr id="5" name="TextBox 4">
            <a:extLst>
              <a:ext uri="{FF2B5EF4-FFF2-40B4-BE49-F238E27FC236}">
                <a16:creationId xmlns:a16="http://schemas.microsoft.com/office/drawing/2014/main" id="{9075BEC3-9A98-ECD0-102C-33B6D8384E68}"/>
              </a:ext>
            </a:extLst>
          </p:cNvPr>
          <p:cNvSpPr txBox="1"/>
          <p:nvPr/>
        </p:nvSpPr>
        <p:spPr>
          <a:xfrm>
            <a:off x="652950" y="1073149"/>
            <a:ext cx="4572000" cy="1133965"/>
          </a:xfrm>
          <a:prstGeom prst="rect">
            <a:avLst/>
          </a:prstGeom>
          <a:noFill/>
        </p:spPr>
        <p:txBody>
          <a:bodyPr wrap="square">
            <a:spAutoFit/>
          </a:bodyPr>
          <a:lstStyle/>
          <a:p>
            <a:pPr algn="just" eaLnBrk="1" hangingPunct="1">
              <a:lnSpc>
                <a:spcPct val="150000"/>
              </a:lnSpc>
              <a:spcBef>
                <a:spcPct val="0"/>
              </a:spcBef>
              <a:buNone/>
              <a:defRPr/>
            </a:pPr>
            <a:r>
              <a:rPr lang="en-US" altLang="en-US" sz="2400" b="1" dirty="0">
                <a:latin typeface="Times New Roman" panose="02020603050405020304" pitchFamily="18" charset="0"/>
                <a:cs typeface="Times New Roman" panose="02020603050405020304" pitchFamily="18" charset="0"/>
              </a:rPr>
              <a:t>UML Diagrams</a:t>
            </a:r>
          </a:p>
          <a:p>
            <a:pPr marL="415925" indent="-342900" algn="just" eaLnBrk="1" hangingPunct="1">
              <a:lnSpc>
                <a:spcPct val="150000"/>
              </a:lnSpc>
              <a:spcBef>
                <a:spcPct val="0"/>
              </a:spcBef>
              <a:defRPr/>
            </a:pPr>
            <a:endParaRPr lang="en-US" altLang="en-US" sz="2400"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280BED74-4D68-D12B-6D9E-FBBA2B279731}"/>
              </a:ext>
            </a:extLst>
          </p:cNvPr>
          <p:cNvSpPr txBox="1"/>
          <p:nvPr/>
        </p:nvSpPr>
        <p:spPr>
          <a:xfrm>
            <a:off x="3275805" y="5661542"/>
            <a:ext cx="2592388" cy="832920"/>
          </a:xfrm>
          <a:prstGeom prst="rect">
            <a:avLst/>
          </a:prstGeom>
          <a:noFill/>
        </p:spPr>
        <p:txBody>
          <a:bodyPr wrap="square">
            <a:spAutoFit/>
          </a:bodyPr>
          <a:lstStyle/>
          <a:p>
            <a:pPr algn="just" eaLnBrk="1" hangingPunct="1">
              <a:lnSpc>
                <a:spcPct val="150000"/>
              </a:lnSpc>
              <a:spcBef>
                <a:spcPct val="0"/>
              </a:spcBef>
              <a:buNone/>
              <a:defRPr/>
            </a:pPr>
            <a:r>
              <a:rPr lang="en-US" altLang="en-US" b="1" dirty="0">
                <a:latin typeface="Times New Roman" panose="02020603050405020304" pitchFamily="18" charset="0"/>
                <a:cs typeface="Times New Roman" panose="02020603050405020304" pitchFamily="18" charset="0"/>
              </a:rPr>
              <a:t>Fig: Sequence Diagram</a:t>
            </a:r>
            <a:endParaRPr lang="en-US" altLang="en-US" sz="1600" b="1" dirty="0">
              <a:latin typeface="Times New Roman" panose="02020603050405020304" pitchFamily="18" charset="0"/>
              <a:cs typeface="Times New Roman" panose="02020603050405020304" pitchFamily="18" charset="0"/>
            </a:endParaRPr>
          </a:p>
          <a:p>
            <a:pPr marL="415925" indent="-342900" algn="just" eaLnBrk="1" hangingPunct="1">
              <a:lnSpc>
                <a:spcPct val="150000"/>
              </a:lnSpc>
              <a:spcBef>
                <a:spcPct val="0"/>
              </a:spcBef>
              <a:defRPr/>
            </a:pPr>
            <a:endParaRPr lang="en-US" altLang="en-US" sz="1600" dirty="0">
              <a:latin typeface="Times New Roman" panose="02020603050405020304" pitchFamily="18" charset="0"/>
              <a:cs typeface="Times New Roman" panose="02020603050405020304" pitchFamily="18" charset="0"/>
            </a:endParaRPr>
          </a:p>
        </p:txBody>
      </p:sp>
      <p:pic>
        <p:nvPicPr>
          <p:cNvPr id="13" name="Picture 12">
            <a:extLst>
              <a:ext uri="{FF2B5EF4-FFF2-40B4-BE49-F238E27FC236}">
                <a16:creationId xmlns:a16="http://schemas.microsoft.com/office/drawing/2014/main" id="{03559FC4-86A0-1C5B-06AB-BCE329C20AE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3526" y="1758112"/>
            <a:ext cx="8976946" cy="3878869"/>
          </a:xfrm>
          <a:prstGeom prst="rect">
            <a:avLst/>
          </a:prstGeom>
        </p:spPr>
      </p:pic>
    </p:spTree>
    <p:extLst>
      <p:ext uri="{BB962C8B-B14F-4D97-AF65-F5344CB8AC3E}">
        <p14:creationId xmlns:p14="http://schemas.microsoft.com/office/powerpoint/2010/main" val="22334191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FD986C-8D36-F843-F322-5D2FCB82F8F4}"/>
            </a:ext>
          </a:extLst>
        </p:cNvPr>
        <p:cNvGrpSpPr/>
        <p:nvPr/>
      </p:nvGrpSpPr>
      <p:grpSpPr>
        <a:xfrm>
          <a:off x="0" y="0"/>
          <a:ext cx="0" cy="0"/>
          <a:chOff x="0" y="0"/>
          <a:chExt cx="0" cy="0"/>
        </a:xfrm>
      </p:grpSpPr>
      <p:pic>
        <p:nvPicPr>
          <p:cNvPr id="31746" name="Picture 2" descr="D:\GITAM-GST-CSE\2024-25\Capstone-Project\GITAM-newlogo.jpeg">
            <a:extLst>
              <a:ext uri="{FF2B5EF4-FFF2-40B4-BE49-F238E27FC236}">
                <a16:creationId xmlns:a16="http://schemas.microsoft.com/office/drawing/2014/main" id="{04B12717-7318-D8E1-CC23-CC0170CFE0C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04025" y="-26988"/>
            <a:ext cx="2339975" cy="9620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748" name="Title 1">
            <a:extLst>
              <a:ext uri="{FF2B5EF4-FFF2-40B4-BE49-F238E27FC236}">
                <a16:creationId xmlns:a16="http://schemas.microsoft.com/office/drawing/2014/main" id="{00820FF4-8362-021E-405F-1E7248BF267C}"/>
              </a:ext>
            </a:extLst>
          </p:cNvPr>
          <p:cNvSpPr>
            <a:spLocks noGrp="1"/>
          </p:cNvSpPr>
          <p:nvPr>
            <p:ph type="title"/>
          </p:nvPr>
        </p:nvSpPr>
        <p:spPr>
          <a:xfrm>
            <a:off x="457200" y="-134654"/>
            <a:ext cx="8229600" cy="1143000"/>
          </a:xfrm>
        </p:spPr>
        <p:txBody>
          <a:bodyPr/>
          <a:lstStyle/>
          <a:p>
            <a:r>
              <a:rPr lang="en-US" altLang="en-US" sz="2800" b="1" dirty="0">
                <a:solidFill>
                  <a:srgbClr val="0070C0"/>
                </a:solidFill>
                <a:latin typeface="Times New Roman" panose="02020603050405020304" pitchFamily="18" charset="0"/>
                <a:cs typeface="Times New Roman" panose="02020603050405020304" pitchFamily="18" charset="0"/>
              </a:rPr>
              <a:t>Design Strategy</a:t>
            </a:r>
            <a:endParaRPr lang="en-IN" altLang="en-US" sz="2800" b="1" dirty="0">
              <a:solidFill>
                <a:srgbClr val="0070C0"/>
              </a:solidFill>
              <a:latin typeface="Times New Roman" panose="02020603050405020304" pitchFamily="18" charset="0"/>
              <a:cs typeface="Times New Roman" panose="02020603050405020304" pitchFamily="18" charset="0"/>
            </a:endParaRPr>
          </a:p>
        </p:txBody>
      </p:sp>
      <p:sp>
        <p:nvSpPr>
          <p:cNvPr id="2" name="Slide Number Placeholder 1">
            <a:extLst>
              <a:ext uri="{FF2B5EF4-FFF2-40B4-BE49-F238E27FC236}">
                <a16:creationId xmlns:a16="http://schemas.microsoft.com/office/drawing/2014/main" id="{CF5F5332-EE17-2724-1EF2-E17256A0DE09}"/>
              </a:ext>
            </a:extLst>
          </p:cNvPr>
          <p:cNvSpPr>
            <a:spLocks noGrp="1"/>
          </p:cNvSpPr>
          <p:nvPr>
            <p:ph type="sldNum" sz="quarter" idx="12"/>
          </p:nvPr>
        </p:nvSpPr>
        <p:spPr/>
        <p:txBody>
          <a:bodyPr/>
          <a:lstStyle/>
          <a:p>
            <a:pPr>
              <a:defRPr/>
            </a:pPr>
            <a:fld id="{15E9D1B8-7EF6-4D9C-8694-90B5BDA32D3D}" type="slidenum">
              <a:rPr lang="en-IN" altLang="en-US" smtClean="0"/>
              <a:pPr>
                <a:defRPr/>
              </a:pPr>
              <a:t>16</a:t>
            </a:fld>
            <a:endParaRPr lang="en-IN" altLang="en-US"/>
          </a:p>
        </p:txBody>
      </p:sp>
      <p:sp>
        <p:nvSpPr>
          <p:cNvPr id="11" name="TextBox 10">
            <a:extLst>
              <a:ext uri="{FF2B5EF4-FFF2-40B4-BE49-F238E27FC236}">
                <a16:creationId xmlns:a16="http://schemas.microsoft.com/office/drawing/2014/main" id="{1DCF6722-2165-6351-7757-1488069035C2}"/>
              </a:ext>
            </a:extLst>
          </p:cNvPr>
          <p:cNvSpPr txBox="1"/>
          <p:nvPr/>
        </p:nvSpPr>
        <p:spPr>
          <a:xfrm>
            <a:off x="3418010" y="6246122"/>
            <a:ext cx="2408604" cy="832920"/>
          </a:xfrm>
          <a:prstGeom prst="rect">
            <a:avLst/>
          </a:prstGeom>
          <a:noFill/>
        </p:spPr>
        <p:txBody>
          <a:bodyPr wrap="square">
            <a:spAutoFit/>
          </a:bodyPr>
          <a:lstStyle/>
          <a:p>
            <a:pPr algn="just" eaLnBrk="1" hangingPunct="1">
              <a:lnSpc>
                <a:spcPct val="150000"/>
              </a:lnSpc>
              <a:spcBef>
                <a:spcPct val="0"/>
              </a:spcBef>
              <a:buNone/>
              <a:defRPr/>
            </a:pPr>
            <a:r>
              <a:rPr lang="en-US" altLang="en-US" b="1" dirty="0">
                <a:latin typeface="Times New Roman" panose="02020603050405020304" pitchFamily="18" charset="0"/>
                <a:cs typeface="Times New Roman" panose="02020603050405020304" pitchFamily="18" charset="0"/>
              </a:rPr>
              <a:t>Fig: Activity Diagram</a:t>
            </a:r>
            <a:endParaRPr lang="en-US" altLang="en-US" sz="1600" b="1" dirty="0">
              <a:latin typeface="Times New Roman" panose="02020603050405020304" pitchFamily="18" charset="0"/>
              <a:cs typeface="Times New Roman" panose="02020603050405020304" pitchFamily="18" charset="0"/>
            </a:endParaRPr>
          </a:p>
          <a:p>
            <a:pPr marL="415925" indent="-342900" algn="just" eaLnBrk="1" hangingPunct="1">
              <a:lnSpc>
                <a:spcPct val="150000"/>
              </a:lnSpc>
              <a:spcBef>
                <a:spcPct val="0"/>
              </a:spcBef>
              <a:defRPr/>
            </a:pPr>
            <a:endParaRPr lang="en-US" altLang="en-US" sz="1600" dirty="0">
              <a:latin typeface="Times New Roman" panose="02020603050405020304" pitchFamily="18" charset="0"/>
              <a:cs typeface="Times New Roman" panose="02020603050405020304" pitchFamily="18" charset="0"/>
            </a:endParaRPr>
          </a:p>
        </p:txBody>
      </p:sp>
      <p:pic>
        <p:nvPicPr>
          <p:cNvPr id="13" name="Picture 12">
            <a:extLst>
              <a:ext uri="{FF2B5EF4-FFF2-40B4-BE49-F238E27FC236}">
                <a16:creationId xmlns:a16="http://schemas.microsoft.com/office/drawing/2014/main" id="{370664DC-5ECB-ACDB-CC99-F2F10778E1A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605759" y="870234"/>
            <a:ext cx="4033105" cy="5486116"/>
          </a:xfrm>
          <a:prstGeom prst="rect">
            <a:avLst/>
          </a:prstGeom>
        </p:spPr>
      </p:pic>
      <p:sp>
        <p:nvSpPr>
          <p:cNvPr id="15" name="TextBox 14">
            <a:extLst>
              <a:ext uri="{FF2B5EF4-FFF2-40B4-BE49-F238E27FC236}">
                <a16:creationId xmlns:a16="http://schemas.microsoft.com/office/drawing/2014/main" id="{21CA2F4A-04D7-9812-1650-53E06A8F9F53}"/>
              </a:ext>
            </a:extLst>
          </p:cNvPr>
          <p:cNvSpPr txBox="1"/>
          <p:nvPr/>
        </p:nvSpPr>
        <p:spPr>
          <a:xfrm>
            <a:off x="520575" y="611878"/>
            <a:ext cx="4572000" cy="1133965"/>
          </a:xfrm>
          <a:prstGeom prst="rect">
            <a:avLst/>
          </a:prstGeom>
          <a:noFill/>
        </p:spPr>
        <p:txBody>
          <a:bodyPr wrap="square">
            <a:spAutoFit/>
          </a:bodyPr>
          <a:lstStyle/>
          <a:p>
            <a:pPr algn="just" eaLnBrk="1" hangingPunct="1">
              <a:lnSpc>
                <a:spcPct val="150000"/>
              </a:lnSpc>
              <a:spcBef>
                <a:spcPct val="0"/>
              </a:spcBef>
              <a:buNone/>
              <a:defRPr/>
            </a:pPr>
            <a:r>
              <a:rPr lang="en-US" altLang="en-US" sz="2400" b="1" dirty="0">
                <a:latin typeface="Times New Roman" panose="02020603050405020304" pitchFamily="18" charset="0"/>
                <a:cs typeface="Times New Roman" panose="02020603050405020304" pitchFamily="18" charset="0"/>
              </a:rPr>
              <a:t>UML Diagrams</a:t>
            </a:r>
          </a:p>
          <a:p>
            <a:pPr marL="415925" indent="-342900" algn="just" eaLnBrk="1" hangingPunct="1">
              <a:lnSpc>
                <a:spcPct val="150000"/>
              </a:lnSpc>
              <a:spcBef>
                <a:spcPct val="0"/>
              </a:spcBef>
              <a:defRPr/>
            </a:pPr>
            <a:endParaRPr lang="en-US"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577474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3010" name="Picture 2" descr="D:\GITAM-GST-CSE\2024-25\Capstone-Project\GITAM-newlogo.jpeg">
            <a:extLst>
              <a:ext uri="{FF2B5EF4-FFF2-40B4-BE49-F238E27FC236}">
                <a16:creationId xmlns:a16="http://schemas.microsoft.com/office/drawing/2014/main" id="{DBEAB119-5A5D-6A23-03B3-98C8E5D47C4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04025" y="-26988"/>
            <a:ext cx="2339975" cy="9620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3011" name="Title 1">
            <a:extLst>
              <a:ext uri="{FF2B5EF4-FFF2-40B4-BE49-F238E27FC236}">
                <a16:creationId xmlns:a16="http://schemas.microsoft.com/office/drawing/2014/main" id="{14A5BB35-E78F-9E9B-5332-F3BE57DE6486}"/>
              </a:ext>
            </a:extLst>
          </p:cNvPr>
          <p:cNvSpPr>
            <a:spLocks noGrp="1"/>
          </p:cNvSpPr>
          <p:nvPr>
            <p:ph type="title"/>
          </p:nvPr>
        </p:nvSpPr>
        <p:spPr>
          <a:xfrm>
            <a:off x="457200" y="441325"/>
            <a:ext cx="8229600" cy="1143000"/>
          </a:xfrm>
        </p:spPr>
        <p:txBody>
          <a:bodyPr/>
          <a:lstStyle/>
          <a:p>
            <a:r>
              <a:rPr lang="en-US" altLang="en-US" sz="2800" b="1" dirty="0">
                <a:solidFill>
                  <a:srgbClr val="0070C0"/>
                </a:solidFill>
                <a:latin typeface="Times New Roman" panose="02020603050405020304" pitchFamily="18" charset="0"/>
                <a:cs typeface="Times New Roman" panose="02020603050405020304" pitchFamily="18" charset="0"/>
              </a:rPr>
              <a:t>Conclusion</a:t>
            </a:r>
            <a:endParaRPr lang="en-IN" altLang="en-US" sz="2800" b="1" dirty="0">
              <a:solidFill>
                <a:srgbClr val="0070C0"/>
              </a:solidFill>
              <a:latin typeface="Times New Roman" panose="02020603050405020304" pitchFamily="18" charset="0"/>
              <a:cs typeface="Times New Roman" panose="02020603050405020304" pitchFamily="18" charset="0"/>
            </a:endParaRPr>
          </a:p>
        </p:txBody>
      </p:sp>
      <p:sp>
        <p:nvSpPr>
          <p:cNvPr id="43012" name="TextBox 2">
            <a:extLst>
              <a:ext uri="{FF2B5EF4-FFF2-40B4-BE49-F238E27FC236}">
                <a16:creationId xmlns:a16="http://schemas.microsoft.com/office/drawing/2014/main" id="{2AA1936F-0CCA-5A50-CC0D-36D5CD39D70A}"/>
              </a:ext>
            </a:extLst>
          </p:cNvPr>
          <p:cNvSpPr txBox="1">
            <a:spLocks noChangeArrowheads="1"/>
          </p:cNvSpPr>
          <p:nvPr/>
        </p:nvSpPr>
        <p:spPr bwMode="auto">
          <a:xfrm>
            <a:off x="589085" y="1403351"/>
            <a:ext cx="7702062" cy="333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tabLst>
                <a:tab pos="355600" algn="l"/>
                <a:tab pos="711200" algn="l"/>
                <a:tab pos="1066800" algn="l"/>
                <a:tab pos="1422400" algn="l"/>
                <a:tab pos="1778000" algn="l"/>
                <a:tab pos="2133600" algn="l"/>
                <a:tab pos="2489200" algn="l"/>
                <a:tab pos="2844800" algn="l"/>
                <a:tab pos="3200400" algn="l"/>
                <a:tab pos="3556000" algn="l"/>
                <a:tab pos="3911600" algn="l"/>
                <a:tab pos="4267200" algn="l"/>
                <a:tab pos="4622800" algn="l"/>
                <a:tab pos="4978400" algn="l"/>
                <a:tab pos="5334000" algn="l"/>
                <a:tab pos="5689600" algn="l"/>
                <a:tab pos="6045200" algn="l"/>
              </a:tabLst>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tabLst>
                <a:tab pos="355600" algn="l"/>
                <a:tab pos="711200" algn="l"/>
                <a:tab pos="1066800" algn="l"/>
                <a:tab pos="1422400" algn="l"/>
                <a:tab pos="1778000" algn="l"/>
                <a:tab pos="2133600" algn="l"/>
                <a:tab pos="2489200" algn="l"/>
                <a:tab pos="2844800" algn="l"/>
                <a:tab pos="3200400" algn="l"/>
                <a:tab pos="3556000" algn="l"/>
                <a:tab pos="3911600" algn="l"/>
                <a:tab pos="4267200" algn="l"/>
                <a:tab pos="4622800" algn="l"/>
                <a:tab pos="4978400" algn="l"/>
                <a:tab pos="5334000" algn="l"/>
                <a:tab pos="5689600" algn="l"/>
                <a:tab pos="6045200" algn="l"/>
              </a:tabLst>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tabLst>
                <a:tab pos="355600" algn="l"/>
                <a:tab pos="711200" algn="l"/>
                <a:tab pos="1066800" algn="l"/>
                <a:tab pos="1422400" algn="l"/>
                <a:tab pos="1778000" algn="l"/>
                <a:tab pos="2133600" algn="l"/>
                <a:tab pos="2489200" algn="l"/>
                <a:tab pos="2844800" algn="l"/>
                <a:tab pos="3200400" algn="l"/>
                <a:tab pos="3556000" algn="l"/>
                <a:tab pos="3911600" algn="l"/>
                <a:tab pos="4267200" algn="l"/>
                <a:tab pos="4622800" algn="l"/>
                <a:tab pos="4978400" algn="l"/>
                <a:tab pos="5334000" algn="l"/>
                <a:tab pos="5689600" algn="l"/>
                <a:tab pos="6045200" algn="l"/>
              </a:tabLst>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tabLst>
                <a:tab pos="355600" algn="l"/>
                <a:tab pos="711200" algn="l"/>
                <a:tab pos="1066800" algn="l"/>
                <a:tab pos="1422400" algn="l"/>
                <a:tab pos="1778000" algn="l"/>
                <a:tab pos="2133600" algn="l"/>
                <a:tab pos="2489200" algn="l"/>
                <a:tab pos="2844800" algn="l"/>
                <a:tab pos="3200400" algn="l"/>
                <a:tab pos="3556000" algn="l"/>
                <a:tab pos="3911600" algn="l"/>
                <a:tab pos="4267200" algn="l"/>
                <a:tab pos="4622800" algn="l"/>
                <a:tab pos="4978400" algn="l"/>
                <a:tab pos="5334000" algn="l"/>
                <a:tab pos="5689600" algn="l"/>
                <a:tab pos="6045200" algn="l"/>
              </a:tabLst>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tabLst>
                <a:tab pos="355600" algn="l"/>
                <a:tab pos="711200" algn="l"/>
                <a:tab pos="1066800" algn="l"/>
                <a:tab pos="1422400" algn="l"/>
                <a:tab pos="1778000" algn="l"/>
                <a:tab pos="2133600" algn="l"/>
                <a:tab pos="2489200" algn="l"/>
                <a:tab pos="2844800" algn="l"/>
                <a:tab pos="3200400" algn="l"/>
                <a:tab pos="3556000" algn="l"/>
                <a:tab pos="3911600" algn="l"/>
                <a:tab pos="4267200" algn="l"/>
                <a:tab pos="4622800" algn="l"/>
                <a:tab pos="4978400" algn="l"/>
                <a:tab pos="5334000" algn="l"/>
                <a:tab pos="5689600" algn="l"/>
                <a:tab pos="6045200" algn="l"/>
              </a:tabLst>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tabLst>
                <a:tab pos="355600" algn="l"/>
                <a:tab pos="711200" algn="l"/>
                <a:tab pos="1066800" algn="l"/>
                <a:tab pos="1422400" algn="l"/>
                <a:tab pos="1778000" algn="l"/>
                <a:tab pos="2133600" algn="l"/>
                <a:tab pos="2489200" algn="l"/>
                <a:tab pos="2844800" algn="l"/>
                <a:tab pos="3200400" algn="l"/>
                <a:tab pos="3556000" algn="l"/>
                <a:tab pos="3911600" algn="l"/>
                <a:tab pos="4267200" algn="l"/>
                <a:tab pos="4622800" algn="l"/>
                <a:tab pos="4978400" algn="l"/>
                <a:tab pos="5334000" algn="l"/>
                <a:tab pos="5689600" algn="l"/>
                <a:tab pos="6045200" algn="l"/>
              </a:tabLst>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tabLst>
                <a:tab pos="355600" algn="l"/>
                <a:tab pos="711200" algn="l"/>
                <a:tab pos="1066800" algn="l"/>
                <a:tab pos="1422400" algn="l"/>
                <a:tab pos="1778000" algn="l"/>
                <a:tab pos="2133600" algn="l"/>
                <a:tab pos="2489200" algn="l"/>
                <a:tab pos="2844800" algn="l"/>
                <a:tab pos="3200400" algn="l"/>
                <a:tab pos="3556000" algn="l"/>
                <a:tab pos="3911600" algn="l"/>
                <a:tab pos="4267200" algn="l"/>
                <a:tab pos="4622800" algn="l"/>
                <a:tab pos="4978400" algn="l"/>
                <a:tab pos="5334000" algn="l"/>
                <a:tab pos="5689600" algn="l"/>
                <a:tab pos="6045200" algn="l"/>
              </a:tabLst>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tabLst>
                <a:tab pos="355600" algn="l"/>
                <a:tab pos="711200" algn="l"/>
                <a:tab pos="1066800" algn="l"/>
                <a:tab pos="1422400" algn="l"/>
                <a:tab pos="1778000" algn="l"/>
                <a:tab pos="2133600" algn="l"/>
                <a:tab pos="2489200" algn="l"/>
                <a:tab pos="2844800" algn="l"/>
                <a:tab pos="3200400" algn="l"/>
                <a:tab pos="3556000" algn="l"/>
                <a:tab pos="3911600" algn="l"/>
                <a:tab pos="4267200" algn="l"/>
                <a:tab pos="4622800" algn="l"/>
                <a:tab pos="4978400" algn="l"/>
                <a:tab pos="5334000" algn="l"/>
                <a:tab pos="5689600" algn="l"/>
                <a:tab pos="6045200" algn="l"/>
              </a:tabLst>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tabLst>
                <a:tab pos="355600" algn="l"/>
                <a:tab pos="711200" algn="l"/>
                <a:tab pos="1066800" algn="l"/>
                <a:tab pos="1422400" algn="l"/>
                <a:tab pos="1778000" algn="l"/>
                <a:tab pos="2133600" algn="l"/>
                <a:tab pos="2489200" algn="l"/>
                <a:tab pos="2844800" algn="l"/>
                <a:tab pos="3200400" algn="l"/>
                <a:tab pos="3556000" algn="l"/>
                <a:tab pos="3911600" algn="l"/>
                <a:tab pos="4267200" algn="l"/>
                <a:tab pos="4622800" algn="l"/>
                <a:tab pos="4978400" algn="l"/>
                <a:tab pos="5334000" algn="l"/>
                <a:tab pos="5689600" algn="l"/>
                <a:tab pos="6045200" algn="l"/>
              </a:tabLst>
              <a:defRPr sz="2000">
                <a:solidFill>
                  <a:schemeClr val="tx1"/>
                </a:solidFill>
                <a:latin typeface="Calibri" panose="020F0502020204030204" pitchFamily="34" charset="0"/>
              </a:defRPr>
            </a:lvl9pPr>
          </a:lstStyle>
          <a:p>
            <a:pPr algn="just">
              <a:lnSpc>
                <a:spcPct val="200000"/>
              </a:lnSpc>
              <a:buNone/>
            </a:pPr>
            <a:r>
              <a:rPr lang="en-US" sz="1800" dirty="0">
                <a:latin typeface="Times New Roman" panose="02020603050405020304" pitchFamily="18" charset="0"/>
                <a:cs typeface="Times New Roman" panose="02020603050405020304" pitchFamily="18" charset="0"/>
              </a:rPr>
              <a:t>	We have completed the </a:t>
            </a:r>
            <a:r>
              <a:rPr lang="en-US" altLang="en-US" sz="1800" dirty="0">
                <a:solidFill>
                  <a:srgbClr val="000000"/>
                </a:solidFill>
                <a:latin typeface="Times New Roman" panose="02020603050405020304" pitchFamily="18" charset="0"/>
                <a:ea typeface="Arial Unicode MS"/>
                <a:cs typeface="Times New Roman" panose="02020603050405020304" pitchFamily="18" charset="0"/>
              </a:rPr>
              <a:t>literature survey </a:t>
            </a:r>
            <a:r>
              <a:rPr lang="en-US" sz="1800" dirty="0">
                <a:latin typeface="Times New Roman" panose="02020603050405020304" pitchFamily="18" charset="0"/>
                <a:cs typeface="Times New Roman" panose="02020603050405020304" pitchFamily="18" charset="0"/>
              </a:rPr>
              <a:t>and implemented the ECG acquisition module to collect data. In addition, a dataset has been collected using a ZED 2 camera for visual monitoring and analysis. In the future, we plan to implement a deep learning model to process and analyze both the ECG and camera-based datasets. By integrating these two modules, more accurate and reliable results can be achieved for health monitoring and analysis.</a:t>
            </a:r>
          </a:p>
        </p:txBody>
      </p:sp>
      <p:sp>
        <p:nvSpPr>
          <p:cNvPr id="2" name="Slide Number Placeholder 1">
            <a:extLst>
              <a:ext uri="{FF2B5EF4-FFF2-40B4-BE49-F238E27FC236}">
                <a16:creationId xmlns:a16="http://schemas.microsoft.com/office/drawing/2014/main" id="{0D3C0B7D-CD2D-6F63-6EBD-0894816046C1}"/>
              </a:ext>
            </a:extLst>
          </p:cNvPr>
          <p:cNvSpPr>
            <a:spLocks noGrp="1"/>
          </p:cNvSpPr>
          <p:nvPr>
            <p:ph type="sldNum" sz="quarter" idx="12"/>
          </p:nvPr>
        </p:nvSpPr>
        <p:spPr/>
        <p:txBody>
          <a:bodyPr/>
          <a:lstStyle/>
          <a:p>
            <a:pPr>
              <a:defRPr/>
            </a:pPr>
            <a:fld id="{15E9D1B8-7EF6-4D9C-8694-90B5BDA32D3D}" type="slidenum">
              <a:rPr lang="en-IN" altLang="en-US" smtClean="0"/>
              <a:pPr>
                <a:defRPr/>
              </a:pPr>
              <a:t>17</a:t>
            </a:fld>
            <a:endParaRPr lang="en-IN" alt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5058" name="Picture 2" descr="D:\GITAM-GST-CSE\2024-25\Capstone-Project\GITAM-newlogo.jpeg">
            <a:extLst>
              <a:ext uri="{FF2B5EF4-FFF2-40B4-BE49-F238E27FC236}">
                <a16:creationId xmlns:a16="http://schemas.microsoft.com/office/drawing/2014/main" id="{52D78E93-81BC-8859-7156-D0709E40D5F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04025" y="-87313"/>
            <a:ext cx="2339975" cy="9620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508" name="Rectangle 3">
            <a:extLst>
              <a:ext uri="{FF2B5EF4-FFF2-40B4-BE49-F238E27FC236}">
                <a16:creationId xmlns:a16="http://schemas.microsoft.com/office/drawing/2014/main" id="{00F19A5F-0D6A-56C1-FD1E-E11B1579FD20}"/>
              </a:ext>
            </a:extLst>
          </p:cNvPr>
          <p:cNvSpPr>
            <a:spLocks noChangeArrowheads="1"/>
          </p:cNvSpPr>
          <p:nvPr/>
        </p:nvSpPr>
        <p:spPr bwMode="auto">
          <a:xfrm>
            <a:off x="3647281" y="393700"/>
            <a:ext cx="1849438" cy="523875"/>
          </a:xfrm>
          <a:prstGeom prst="rect">
            <a:avLst/>
          </a:prstGeom>
          <a:noFill/>
          <a:ln>
            <a:noFill/>
          </a:ln>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defRPr/>
            </a:pPr>
            <a:r>
              <a:rPr lang="en-US" altLang="en-US" sz="2800" b="1" dirty="0">
                <a:solidFill>
                  <a:srgbClr val="0070C0"/>
                </a:solidFill>
                <a:latin typeface="Times New Roman" panose="02020603050405020304" pitchFamily="18" charset="0"/>
                <a:ea typeface="+mj-ea"/>
                <a:cs typeface="Times New Roman" panose="02020603050405020304" pitchFamily="18" charset="0"/>
              </a:rPr>
              <a:t>References</a:t>
            </a:r>
            <a:endParaRPr lang="en-IN" altLang="en-US" sz="2800" b="1" dirty="0">
              <a:solidFill>
                <a:srgbClr val="0070C0"/>
              </a:solidFill>
              <a:latin typeface="Times New Roman" panose="02020603050405020304" pitchFamily="18" charset="0"/>
              <a:ea typeface="+mj-ea"/>
              <a:cs typeface="Times New Roman" panose="02020603050405020304" pitchFamily="18" charset="0"/>
            </a:endParaRPr>
          </a:p>
        </p:txBody>
      </p:sp>
      <p:sp>
        <p:nvSpPr>
          <p:cNvPr id="45060" name="TextBox 2">
            <a:extLst>
              <a:ext uri="{FF2B5EF4-FFF2-40B4-BE49-F238E27FC236}">
                <a16:creationId xmlns:a16="http://schemas.microsoft.com/office/drawing/2014/main" id="{31B6032E-60AA-DC64-2C68-7FDF1143CA14}"/>
              </a:ext>
            </a:extLst>
          </p:cNvPr>
          <p:cNvSpPr txBox="1">
            <a:spLocks noChangeArrowheads="1"/>
          </p:cNvSpPr>
          <p:nvPr/>
        </p:nvSpPr>
        <p:spPr bwMode="auto">
          <a:xfrm>
            <a:off x="661284" y="1323122"/>
            <a:ext cx="7821432" cy="3970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lvl="0" algn="just">
              <a:spcBef>
                <a:spcPct val="0"/>
              </a:spcBef>
              <a:buNone/>
            </a:pPr>
            <a:r>
              <a:rPr lang="en-IN" altLang="en-US" sz="1800" dirty="0">
                <a:latin typeface="Times New Roman" panose="02020603050405020304" pitchFamily="18" charset="0"/>
                <a:cs typeface="Times New Roman" panose="02020603050405020304" pitchFamily="18" charset="0"/>
              </a:rPr>
              <a:t>[1]</a:t>
            </a:r>
            <a:r>
              <a:rPr lang="en-US" altLang="en-US" sz="1800" dirty="0" err="1">
                <a:latin typeface="Times New Roman" panose="02020603050405020304" pitchFamily="18" charset="0"/>
                <a:cs typeface="Times New Roman" panose="02020603050405020304" pitchFamily="18" charset="0"/>
              </a:rPr>
              <a:t>Tsiktsiris</a:t>
            </a:r>
            <a:r>
              <a:rPr lang="en-US" altLang="en-US" sz="1800" dirty="0">
                <a:latin typeface="Times New Roman" panose="02020603050405020304" pitchFamily="18" charset="0"/>
                <a:cs typeface="Times New Roman" panose="02020603050405020304" pitchFamily="18" charset="0"/>
              </a:rPr>
              <a:t>, Dimitris; Lalas, Antonios; </a:t>
            </a:r>
            <a:r>
              <a:rPr lang="en-US" altLang="en-US" sz="1800" dirty="0" err="1">
                <a:latin typeface="Times New Roman" panose="02020603050405020304" pitchFamily="18" charset="0"/>
                <a:cs typeface="Times New Roman" panose="02020603050405020304" pitchFamily="18" charset="0"/>
              </a:rPr>
              <a:t>Dasygenis</a:t>
            </a:r>
            <a:r>
              <a:rPr lang="en-US" altLang="en-US" sz="1800" dirty="0">
                <a:latin typeface="Times New Roman" panose="02020603050405020304" pitchFamily="18" charset="0"/>
                <a:cs typeface="Times New Roman" panose="02020603050405020304" pitchFamily="18" charset="0"/>
              </a:rPr>
              <a:t>, Minas; </a:t>
            </a:r>
            <a:r>
              <a:rPr lang="en-US" altLang="en-US" sz="1800" dirty="0" err="1">
                <a:latin typeface="Times New Roman" panose="02020603050405020304" pitchFamily="18" charset="0"/>
                <a:cs typeface="Times New Roman" panose="02020603050405020304" pitchFamily="18" charset="0"/>
              </a:rPr>
              <a:t>Votis</a:t>
            </a:r>
            <a:r>
              <a:rPr lang="en-US" altLang="en-US" sz="1800" dirty="0">
                <a:latin typeface="Times New Roman" panose="02020603050405020304" pitchFamily="18" charset="0"/>
                <a:cs typeface="Times New Roman" panose="02020603050405020304" pitchFamily="18" charset="0"/>
              </a:rPr>
              <a:t>, Konstantinos.</a:t>
            </a:r>
            <a:br>
              <a:rPr lang="en-US" altLang="en-US" sz="1800" dirty="0">
                <a:latin typeface="Times New Roman" panose="02020603050405020304" pitchFamily="18" charset="0"/>
                <a:cs typeface="Times New Roman" panose="02020603050405020304" pitchFamily="18" charset="0"/>
              </a:rPr>
            </a:br>
            <a:r>
              <a:rPr lang="en-US" altLang="en-US" sz="1800" dirty="0">
                <a:latin typeface="Times New Roman" panose="02020603050405020304" pitchFamily="18" charset="0"/>
                <a:cs typeface="Times New Roman" panose="02020603050405020304" pitchFamily="18" charset="0"/>
              </a:rPr>
              <a:t>A complete in‐cabin monitoring framework for autonomous vehicles in public transportation, IET Intelligent Transport Systems, Vol. 19, Issue 1, 2025.</a:t>
            </a:r>
            <a:br>
              <a:rPr lang="en-US" altLang="en-US" sz="1800" dirty="0">
                <a:latin typeface="Times New Roman" panose="02020603050405020304" pitchFamily="18" charset="0"/>
                <a:cs typeface="Times New Roman" panose="02020603050405020304" pitchFamily="18" charset="0"/>
              </a:rPr>
            </a:br>
            <a:endParaRPr lang="en-IN" altLang="en-US" sz="1800" dirty="0">
              <a:latin typeface="Times New Roman" panose="02020603050405020304" pitchFamily="18" charset="0"/>
              <a:cs typeface="Times New Roman" panose="02020603050405020304" pitchFamily="18" charset="0"/>
            </a:endParaRPr>
          </a:p>
          <a:p>
            <a:pPr lvl="0" algn="just">
              <a:spcBef>
                <a:spcPct val="0"/>
              </a:spcBef>
              <a:buNone/>
            </a:pPr>
            <a:r>
              <a:rPr lang="en-IN" altLang="en-US" sz="1800" dirty="0">
                <a:latin typeface="Times New Roman" panose="02020603050405020304" pitchFamily="18" charset="0"/>
                <a:cs typeface="Times New Roman" panose="02020603050405020304" pitchFamily="18" charset="0"/>
              </a:rPr>
              <a:t>[2]</a:t>
            </a:r>
            <a:r>
              <a:rPr lang="en-US" altLang="en-US" sz="1800" dirty="0">
                <a:latin typeface="Times New Roman" panose="02020603050405020304" pitchFamily="18" charset="0"/>
                <a:cs typeface="Times New Roman" panose="02020603050405020304" pitchFamily="18" charset="0"/>
              </a:rPr>
              <a:t>Othman, Walaa; </a:t>
            </a:r>
            <a:r>
              <a:rPr lang="en-US" altLang="en-US" sz="1800" dirty="0" err="1">
                <a:latin typeface="Times New Roman" panose="02020603050405020304" pitchFamily="18" charset="0"/>
                <a:cs typeface="Times New Roman" panose="02020603050405020304" pitchFamily="18" charset="0"/>
              </a:rPr>
              <a:t>Kashevnik</a:t>
            </a:r>
            <a:r>
              <a:rPr lang="en-US" altLang="en-US" sz="1800" dirty="0">
                <a:latin typeface="Times New Roman" panose="02020603050405020304" pitchFamily="18" charset="0"/>
                <a:cs typeface="Times New Roman" panose="02020603050405020304" pitchFamily="18" charset="0"/>
              </a:rPr>
              <a:t>, Alexey; Ali, Ammar; Shilov, Nikolay.</a:t>
            </a:r>
            <a:br>
              <a:rPr lang="en-US" altLang="en-US" sz="1800" dirty="0">
                <a:latin typeface="Times New Roman" panose="02020603050405020304" pitchFamily="18" charset="0"/>
                <a:cs typeface="Times New Roman" panose="02020603050405020304" pitchFamily="18" charset="0"/>
              </a:rPr>
            </a:br>
            <a:r>
              <a:rPr lang="en-US" altLang="en-US" sz="1800" dirty="0" err="1">
                <a:latin typeface="Times New Roman" panose="02020603050405020304" pitchFamily="18" charset="0"/>
                <a:ea typeface="Tahoma" panose="020B0604030504040204" pitchFamily="34" charset="0"/>
                <a:cs typeface="Times New Roman" panose="02020603050405020304" pitchFamily="18" charset="0"/>
              </a:rPr>
              <a:t>DriverMVT</a:t>
            </a:r>
            <a:r>
              <a:rPr lang="en-US" altLang="en-US" sz="1800" dirty="0">
                <a:latin typeface="Times New Roman" panose="02020603050405020304" pitchFamily="18" charset="0"/>
                <a:ea typeface="Tahoma" panose="020B0604030504040204" pitchFamily="34" charset="0"/>
                <a:cs typeface="Times New Roman" panose="02020603050405020304" pitchFamily="18" charset="0"/>
              </a:rPr>
              <a:t>: In-Cabin Dataset for Driver Monitoring Including Video and Vehicle Telemetry Information, </a:t>
            </a:r>
            <a:r>
              <a:rPr lang="en-US" altLang="en-US" sz="1800" dirty="0">
                <a:latin typeface="Times New Roman" panose="02020603050405020304" pitchFamily="18" charset="0"/>
                <a:cs typeface="Times New Roman" panose="02020603050405020304" pitchFamily="18" charset="0"/>
              </a:rPr>
              <a:t>Data, Vol. 7, No. 5, 2022.</a:t>
            </a:r>
            <a:br>
              <a:rPr lang="en-US" altLang="en-US" sz="1800" dirty="0">
                <a:latin typeface="Times New Roman" panose="02020603050405020304" pitchFamily="18" charset="0"/>
                <a:cs typeface="Times New Roman" panose="02020603050405020304" pitchFamily="18" charset="0"/>
              </a:rPr>
            </a:br>
            <a:endParaRPr lang="en-IN" altLang="en-US" sz="1800" dirty="0">
              <a:latin typeface="Times New Roman" panose="02020603050405020304" pitchFamily="18" charset="0"/>
              <a:cs typeface="Times New Roman" panose="02020603050405020304" pitchFamily="18" charset="0"/>
            </a:endParaRPr>
          </a:p>
          <a:p>
            <a:pPr algn="just">
              <a:spcBef>
                <a:spcPct val="0"/>
              </a:spcBef>
              <a:buFontTx/>
              <a:buNone/>
            </a:pPr>
            <a:r>
              <a:rPr lang="en-IN" altLang="en-US" sz="1800" dirty="0">
                <a:latin typeface="Times New Roman" panose="02020603050405020304" pitchFamily="18" charset="0"/>
                <a:cs typeface="Times New Roman" panose="02020603050405020304" pitchFamily="18" charset="0"/>
              </a:rPr>
              <a:t>[3]</a:t>
            </a:r>
            <a:r>
              <a:rPr lang="en-IN" sz="1800" dirty="0">
                <a:latin typeface="Times New Roman" panose="02020603050405020304" pitchFamily="18" charset="0"/>
                <a:cs typeface="Times New Roman" panose="02020603050405020304" pitchFamily="18" charset="0"/>
              </a:rPr>
              <a:t>Abedi, H.; Ma, M.; He, J.; Yu, J.; </a:t>
            </a:r>
            <a:r>
              <a:rPr lang="en-IN" sz="1800" dirty="0" err="1">
                <a:latin typeface="Times New Roman" panose="02020603050405020304" pitchFamily="18" charset="0"/>
                <a:cs typeface="Times New Roman" panose="02020603050405020304" pitchFamily="18" charset="0"/>
              </a:rPr>
              <a:t>Ansariyan</a:t>
            </a:r>
            <a:r>
              <a:rPr lang="en-IN" sz="1800" dirty="0">
                <a:latin typeface="Times New Roman" panose="02020603050405020304" pitchFamily="18" charset="0"/>
                <a:cs typeface="Times New Roman" panose="02020603050405020304" pitchFamily="18" charset="0"/>
              </a:rPr>
              <a:t>, A.; Shaker, G. Deep Learning-Based In-Cabin Monitoring and Vehicle Safety System Using a 4-D Imaging Radar Sensor. IEEE Sensors Journal, Vol. 23, No. 11, pp. 11296–11309, June 2023. </a:t>
            </a:r>
          </a:p>
          <a:p>
            <a:pPr algn="just">
              <a:spcBef>
                <a:spcPct val="0"/>
              </a:spcBef>
              <a:buFontTx/>
              <a:buNone/>
            </a:pPr>
            <a:endParaRPr lang="en-IN" sz="1800" dirty="0">
              <a:latin typeface="Times New Roman" panose="02020603050405020304" pitchFamily="18" charset="0"/>
              <a:cs typeface="Times New Roman" panose="02020603050405020304" pitchFamily="18" charset="0"/>
            </a:endParaRPr>
          </a:p>
          <a:p>
            <a:pPr algn="just">
              <a:spcBef>
                <a:spcPct val="0"/>
              </a:spcBef>
              <a:buNone/>
            </a:pPr>
            <a:r>
              <a:rPr lang="en-IN" altLang="en-US" sz="1800" dirty="0">
                <a:latin typeface="Times New Roman" panose="02020603050405020304" pitchFamily="18" charset="0"/>
                <a:cs typeface="Times New Roman" panose="02020603050405020304" pitchFamily="18" charset="0"/>
              </a:rPr>
              <a:t>[4]</a:t>
            </a:r>
            <a:r>
              <a:rPr lang="en-IN" sz="1800" dirty="0">
                <a:latin typeface="Times New Roman" panose="02020603050405020304" pitchFamily="18" charset="0"/>
                <a:cs typeface="Times New Roman" panose="02020603050405020304" pitchFamily="18" charset="0"/>
              </a:rPr>
              <a:t>Global Market Insights. Passenger Vehicle Cabin Monitoring System Market Report, 2025–2034. GMI14285, Automotive Technology – ADAS. June 2025. </a:t>
            </a:r>
            <a:endParaRPr lang="en-IN" altLang="en-US" sz="1800" dirty="0">
              <a:latin typeface="Times New Roman" panose="02020603050405020304" pitchFamily="18" charset="0"/>
              <a:cs typeface="Times New Roman" panose="02020603050405020304" pitchFamily="18" charset="0"/>
            </a:endParaRPr>
          </a:p>
        </p:txBody>
      </p:sp>
      <p:sp>
        <p:nvSpPr>
          <p:cNvPr id="4" name="Rectangle 3">
            <a:extLst>
              <a:ext uri="{FF2B5EF4-FFF2-40B4-BE49-F238E27FC236}">
                <a16:creationId xmlns:a16="http://schemas.microsoft.com/office/drawing/2014/main" id="{F3EE37F0-8E6D-DDFE-B4B7-454A06381D98}"/>
              </a:ext>
            </a:extLst>
          </p:cNvPr>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68F183-3A72-6ED6-2AFE-D706BCED20C9}"/>
            </a:ext>
          </a:extLst>
        </p:cNvPr>
        <p:cNvGrpSpPr/>
        <p:nvPr/>
      </p:nvGrpSpPr>
      <p:grpSpPr>
        <a:xfrm>
          <a:off x="0" y="0"/>
          <a:ext cx="0" cy="0"/>
          <a:chOff x="0" y="0"/>
          <a:chExt cx="0" cy="0"/>
        </a:xfrm>
      </p:grpSpPr>
      <p:pic>
        <p:nvPicPr>
          <p:cNvPr id="45058" name="Picture 2" descr="D:\GITAM-GST-CSE\2024-25\Capstone-Project\GITAM-newlogo.jpeg">
            <a:extLst>
              <a:ext uri="{FF2B5EF4-FFF2-40B4-BE49-F238E27FC236}">
                <a16:creationId xmlns:a16="http://schemas.microsoft.com/office/drawing/2014/main" id="{C0690449-2892-89C3-EF0B-D01460922DB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04025" y="-87313"/>
            <a:ext cx="2339975" cy="9620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508" name="Rectangle 3">
            <a:extLst>
              <a:ext uri="{FF2B5EF4-FFF2-40B4-BE49-F238E27FC236}">
                <a16:creationId xmlns:a16="http://schemas.microsoft.com/office/drawing/2014/main" id="{BB4068DC-FC2B-173C-1F1D-9B0EC4276AD1}"/>
              </a:ext>
            </a:extLst>
          </p:cNvPr>
          <p:cNvSpPr>
            <a:spLocks noChangeArrowheads="1"/>
          </p:cNvSpPr>
          <p:nvPr/>
        </p:nvSpPr>
        <p:spPr bwMode="auto">
          <a:xfrm>
            <a:off x="3711575" y="447554"/>
            <a:ext cx="1849438" cy="523875"/>
          </a:xfrm>
          <a:prstGeom prst="rect">
            <a:avLst/>
          </a:prstGeom>
          <a:noFill/>
          <a:ln>
            <a:noFill/>
          </a:ln>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defRPr/>
            </a:pPr>
            <a:r>
              <a:rPr lang="en-US" altLang="en-US" sz="2800" b="1" dirty="0">
                <a:solidFill>
                  <a:srgbClr val="0070C0"/>
                </a:solidFill>
                <a:latin typeface="Times New Roman" panose="02020603050405020304" pitchFamily="18" charset="0"/>
                <a:ea typeface="+mj-ea"/>
                <a:cs typeface="Times New Roman" panose="02020603050405020304" pitchFamily="18" charset="0"/>
              </a:rPr>
              <a:t>References</a:t>
            </a:r>
            <a:endParaRPr lang="en-IN" altLang="en-US" sz="2800" b="1" dirty="0">
              <a:solidFill>
                <a:srgbClr val="0070C0"/>
              </a:solidFill>
              <a:latin typeface="Times New Roman" panose="02020603050405020304" pitchFamily="18" charset="0"/>
              <a:ea typeface="+mj-ea"/>
              <a:cs typeface="Times New Roman" panose="02020603050405020304" pitchFamily="18" charset="0"/>
            </a:endParaRPr>
          </a:p>
        </p:txBody>
      </p:sp>
      <p:sp>
        <p:nvSpPr>
          <p:cNvPr id="45060" name="TextBox 2">
            <a:extLst>
              <a:ext uri="{FF2B5EF4-FFF2-40B4-BE49-F238E27FC236}">
                <a16:creationId xmlns:a16="http://schemas.microsoft.com/office/drawing/2014/main" id="{A4C9E719-FC85-139C-B214-6759525B4344}"/>
              </a:ext>
            </a:extLst>
          </p:cNvPr>
          <p:cNvSpPr txBox="1">
            <a:spLocks noChangeArrowheads="1"/>
          </p:cNvSpPr>
          <p:nvPr/>
        </p:nvSpPr>
        <p:spPr bwMode="auto">
          <a:xfrm>
            <a:off x="566430" y="1208822"/>
            <a:ext cx="7962108" cy="25853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just">
              <a:spcBef>
                <a:spcPct val="0"/>
              </a:spcBef>
              <a:buFontTx/>
              <a:buNone/>
            </a:pPr>
            <a:r>
              <a:rPr lang="en-IN" altLang="en-US" sz="1800" dirty="0">
                <a:latin typeface="Times New Roman" panose="02020603050405020304" pitchFamily="18" charset="0"/>
                <a:cs typeface="Times New Roman" panose="02020603050405020304" pitchFamily="18" charset="0"/>
              </a:rPr>
              <a:t>[5]</a:t>
            </a:r>
            <a:r>
              <a:rPr lang="en-IN" sz="1800" dirty="0">
                <a:latin typeface="Times New Roman" panose="02020603050405020304" pitchFamily="18" charset="0"/>
                <a:cs typeface="Times New Roman" panose="02020603050405020304" pitchFamily="18" charset="0"/>
              </a:rPr>
              <a:t>Mishra, A.; Lee, S.; Kim, D.; Kim, S. In-Cabin Monitoring System for Autonomous Vehicles. Sensors, Vol. 22, No. 12, Article 4360, 2022.</a:t>
            </a:r>
          </a:p>
          <a:p>
            <a:pPr algn="just">
              <a:spcBef>
                <a:spcPct val="0"/>
              </a:spcBef>
              <a:buFontTx/>
              <a:buNone/>
            </a:pPr>
            <a:endParaRPr lang="en-IN" altLang="en-US" sz="1800" dirty="0">
              <a:latin typeface="Times New Roman" panose="02020603050405020304" pitchFamily="18" charset="0"/>
              <a:cs typeface="Times New Roman" panose="02020603050405020304" pitchFamily="18" charset="0"/>
            </a:endParaRPr>
          </a:p>
          <a:p>
            <a:pPr algn="just">
              <a:spcBef>
                <a:spcPct val="0"/>
              </a:spcBef>
              <a:buFontTx/>
              <a:buNone/>
            </a:pPr>
            <a:r>
              <a:rPr lang="en-IN" altLang="en-US" sz="1800" dirty="0">
                <a:latin typeface="Times New Roman" panose="02020603050405020304" pitchFamily="18" charset="0"/>
                <a:cs typeface="Times New Roman" panose="02020603050405020304" pitchFamily="18" charset="0"/>
              </a:rPr>
              <a:t>[6]</a:t>
            </a:r>
            <a:r>
              <a:rPr lang="en-IN" sz="1800" dirty="0">
                <a:latin typeface="Times New Roman" panose="02020603050405020304" pitchFamily="18" charset="0"/>
                <a:cs typeface="Times New Roman" panose="02020603050405020304" pitchFamily="18" charset="0"/>
              </a:rPr>
              <a:t>Jacopo Sini, Luigi Pugliese, Sara </a:t>
            </a:r>
            <a:r>
              <a:rPr lang="en-IN" sz="1800" dirty="0" err="1">
                <a:latin typeface="Times New Roman" panose="02020603050405020304" pitchFamily="18" charset="0"/>
                <a:cs typeface="Times New Roman" panose="02020603050405020304" pitchFamily="18" charset="0"/>
              </a:rPr>
              <a:t>Groppo</a:t>
            </a:r>
            <a:r>
              <a:rPr lang="en-IN" sz="1800" dirty="0">
                <a:latin typeface="Times New Roman" panose="02020603050405020304" pitchFamily="18" charset="0"/>
                <a:cs typeface="Times New Roman" panose="02020603050405020304" pitchFamily="18" charset="0"/>
              </a:rPr>
              <a:t>, Michele </a:t>
            </a:r>
            <a:r>
              <a:rPr lang="en-IN" sz="1800" dirty="0" err="1">
                <a:latin typeface="Times New Roman" panose="02020603050405020304" pitchFamily="18" charset="0"/>
                <a:cs typeface="Times New Roman" panose="02020603050405020304" pitchFamily="18" charset="0"/>
              </a:rPr>
              <a:t>Guagnano</a:t>
            </a:r>
            <a:r>
              <a:rPr lang="en-IN" sz="1800" dirty="0">
                <a:latin typeface="Times New Roman" panose="02020603050405020304" pitchFamily="18" charset="0"/>
                <a:cs typeface="Times New Roman" panose="02020603050405020304" pitchFamily="18" charset="0"/>
              </a:rPr>
              <a:t>, Massimo Violante, Towards In-Cabin Monitoring: A Preliminary Study on Sensors Data Collection and Analysis, </a:t>
            </a:r>
            <a:r>
              <a:rPr lang="en-IN" sz="1800" dirty="0" err="1">
                <a:latin typeface="Times New Roman" panose="02020603050405020304" pitchFamily="18" charset="0"/>
                <a:cs typeface="Times New Roman" panose="02020603050405020304" pitchFamily="18" charset="0"/>
              </a:rPr>
              <a:t>arXiv</a:t>
            </a:r>
            <a:r>
              <a:rPr lang="en-IN" sz="1800" dirty="0">
                <a:latin typeface="Times New Roman" panose="02020603050405020304" pitchFamily="18" charset="0"/>
                <a:cs typeface="Times New Roman" panose="02020603050405020304" pitchFamily="18" charset="0"/>
              </a:rPr>
              <a:t> preprint arXiv:2309.11890v1, 2023. </a:t>
            </a:r>
          </a:p>
          <a:p>
            <a:pPr algn="just">
              <a:spcBef>
                <a:spcPct val="0"/>
              </a:spcBef>
              <a:buFontTx/>
              <a:buNone/>
            </a:pPr>
            <a:endParaRPr lang="en-IN" sz="1800" dirty="0">
              <a:latin typeface="Times New Roman" panose="02020603050405020304" pitchFamily="18" charset="0"/>
              <a:cs typeface="Times New Roman" panose="02020603050405020304" pitchFamily="18" charset="0"/>
            </a:endParaRPr>
          </a:p>
          <a:p>
            <a:pPr algn="just">
              <a:spcBef>
                <a:spcPct val="0"/>
              </a:spcBef>
              <a:buFontTx/>
              <a:buNone/>
            </a:pPr>
            <a:r>
              <a:rPr lang="en-IN" altLang="en-US" sz="1800" dirty="0">
                <a:latin typeface="Times New Roman" panose="02020603050405020304" pitchFamily="18" charset="0"/>
                <a:cs typeface="Times New Roman" panose="02020603050405020304" pitchFamily="18" charset="0"/>
              </a:rPr>
              <a:t>[7]</a:t>
            </a:r>
            <a:r>
              <a:rPr lang="en-US" sz="1800" dirty="0">
                <a:latin typeface="Times New Roman" panose="02020603050405020304" pitchFamily="18" charset="0"/>
                <a:cs typeface="Times New Roman" panose="02020603050405020304" pitchFamily="18" charset="0"/>
              </a:rPr>
              <a:t>Eva Sharma, CES 2025 stories: In-cabin monitoring technology innovations, M14 Intelligence, Autonomous Mobility section, Jan 16, 2025. </a:t>
            </a:r>
            <a:endParaRPr lang="en-IN" altLang="en-US" sz="1800" dirty="0">
              <a:latin typeface="Times New Roman" panose="02020603050405020304" pitchFamily="18" charset="0"/>
              <a:cs typeface="Times New Roman" panose="02020603050405020304" pitchFamily="18" charset="0"/>
            </a:endParaRPr>
          </a:p>
        </p:txBody>
      </p:sp>
      <p:sp>
        <p:nvSpPr>
          <p:cNvPr id="4" name="Rectangle 3">
            <a:extLst>
              <a:ext uri="{FF2B5EF4-FFF2-40B4-BE49-F238E27FC236}">
                <a16:creationId xmlns:a16="http://schemas.microsoft.com/office/drawing/2014/main" id="{CDE66C70-17C6-4A0B-074C-C140C275B133}"/>
              </a:ext>
            </a:extLst>
          </p:cNvPr>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15531264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Executive</Template>
  <TotalTime>3022</TotalTime>
  <Words>911</Words>
  <Application>Microsoft Office PowerPoint</Application>
  <PresentationFormat>On-screen Show (4:3)</PresentationFormat>
  <Paragraphs>125</Paragraphs>
  <Slides>19</Slides>
  <Notes>13</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19</vt:i4>
      </vt:variant>
    </vt:vector>
  </HeadingPairs>
  <TitlesOfParts>
    <vt:vector size="25" baseType="lpstr">
      <vt:lpstr>Arial</vt:lpstr>
      <vt:lpstr>Calibri</vt:lpstr>
      <vt:lpstr>Times New Roman</vt:lpstr>
      <vt:lpstr>Wingdings</vt:lpstr>
      <vt:lpstr>Office Theme</vt:lpstr>
      <vt:lpstr>1_Office Theme</vt:lpstr>
      <vt:lpstr>Capstone Project – I:  Review – 2 on In-Cabin Health Monitoring System for  Passengers Safety in Semi-Autonomous Vehicles </vt:lpstr>
      <vt:lpstr>CONTENTS</vt:lpstr>
      <vt:lpstr>Problem Statement</vt:lpstr>
      <vt:lpstr>Objective</vt:lpstr>
      <vt:lpstr>Feedback from Guide/Reviewers and actions taken after Review-1 </vt:lpstr>
      <vt:lpstr>Requirement Analysis </vt:lpstr>
      <vt:lpstr>Requirement Analysis </vt:lpstr>
      <vt:lpstr>Identification of tools/technology/algorithms</vt:lpstr>
      <vt:lpstr>Design Strategy</vt:lpstr>
      <vt:lpstr>Design Strategy</vt:lpstr>
      <vt:lpstr>Design Strategy</vt:lpstr>
      <vt:lpstr>Design Strategy</vt:lpstr>
      <vt:lpstr>Design Strategy</vt:lpstr>
      <vt:lpstr>Design Strategy</vt:lpstr>
      <vt:lpstr>Design Strategy</vt:lpstr>
      <vt:lpstr>Design Strategy</vt:lpstr>
      <vt:lpstr>Conclusion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Hp</dc:creator>
  <cp:lastModifiedBy>ROHITH G</cp:lastModifiedBy>
  <cp:revision>50</cp:revision>
  <dcterms:created xsi:type="dcterms:W3CDTF">2024-09-06T03:49:57Z</dcterms:created>
  <dcterms:modified xsi:type="dcterms:W3CDTF">2026-01-02T06:42:26Z</dcterms:modified>
</cp:coreProperties>
</file>